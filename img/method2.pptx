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5087600" cy="5851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76A0"/>
    <a:srgbClr val="002060"/>
    <a:srgbClr val="A6CAEC"/>
    <a:srgbClr val="616161"/>
    <a:srgbClr val="DCEA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198DA-E026-4275-87CD-CAA07835E47E}" v="85" dt="2025-11-28T06:34:21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920" y="1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Tang" userId="332dbdf67b1791cd" providerId="LiveId" clId="{21A05263-F0A2-4FF0-A488-4318BFF16902}"/>
    <pc:docChg chg="undo custSel modSld modMainMaster">
      <pc:chgData name="Bo Tang" userId="332dbdf67b1791cd" providerId="LiveId" clId="{21A05263-F0A2-4FF0-A488-4318BFF16902}" dt="2025-11-28T06:34:28.849" v="163" actId="1076"/>
      <pc:docMkLst>
        <pc:docMk/>
      </pc:docMkLst>
      <pc:sldChg chg="addSp modSp mod">
        <pc:chgData name="Bo Tang" userId="332dbdf67b1791cd" providerId="LiveId" clId="{21A05263-F0A2-4FF0-A488-4318BFF16902}" dt="2025-11-28T06:34:28.849" v="163" actId="1076"/>
        <pc:sldMkLst>
          <pc:docMk/>
          <pc:sldMk cId="3682427472" sldId="256"/>
        </pc:sldMkLst>
        <pc:spChg chg="mod">
          <ac:chgData name="Bo Tang" userId="332dbdf67b1791cd" providerId="LiveId" clId="{21A05263-F0A2-4FF0-A488-4318BFF16902}" dt="2025-11-28T06:23:18.661" v="121"/>
          <ac:spMkLst>
            <pc:docMk/>
            <pc:sldMk cId="3682427472" sldId="256"/>
            <ac:spMk id="20" creationId="{8F7D8009-DE2B-6200-9B54-12208006BAC1}"/>
          </ac:spMkLst>
        </pc:spChg>
        <pc:spChg chg="mod">
          <ac:chgData name="Bo Tang" userId="332dbdf67b1791cd" providerId="LiveId" clId="{21A05263-F0A2-4FF0-A488-4318BFF16902}" dt="2025-11-28T06:23:18.661" v="121"/>
          <ac:spMkLst>
            <pc:docMk/>
            <pc:sldMk cId="3682427472" sldId="256"/>
            <ac:spMk id="52" creationId="{B774FE7A-848C-ACD3-93DE-1FC898E77209}"/>
          </ac:spMkLst>
        </pc:spChg>
        <pc:spChg chg="mod">
          <ac:chgData name="Bo Tang" userId="332dbdf67b1791cd" providerId="LiveId" clId="{21A05263-F0A2-4FF0-A488-4318BFF16902}" dt="2025-11-28T06:30:37.521" v="129" actId="403"/>
          <ac:spMkLst>
            <pc:docMk/>
            <pc:sldMk cId="3682427472" sldId="256"/>
            <ac:spMk id="57" creationId="{0D741B60-E58D-A152-004A-69B17C55B77B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58" creationId="{6436C085-770D-1105-D42C-1DDE15CC3656}"/>
          </ac:spMkLst>
        </pc:spChg>
        <pc:spChg chg="mod">
          <ac:chgData name="Bo Tang" userId="332dbdf67b1791cd" providerId="LiveId" clId="{21A05263-F0A2-4FF0-A488-4318BFF16902}" dt="2025-11-28T06:30:37.521" v="129" actId="403"/>
          <ac:spMkLst>
            <pc:docMk/>
            <pc:sldMk cId="3682427472" sldId="256"/>
            <ac:spMk id="60" creationId="{1356A1A0-A0B6-EEE3-1936-26486B6B4717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63" creationId="{DEEA4D65-171C-ABB7-8FEC-78A5229E7D0B}"/>
          </ac:spMkLst>
        </pc:spChg>
        <pc:spChg chg="mod">
          <ac:chgData name="Bo Tang" userId="332dbdf67b1791cd" providerId="LiveId" clId="{21A05263-F0A2-4FF0-A488-4318BFF16902}" dt="2025-11-28T06:23:18.661" v="121"/>
          <ac:spMkLst>
            <pc:docMk/>
            <pc:sldMk cId="3682427472" sldId="256"/>
            <ac:spMk id="65" creationId="{0F05FC78-9830-9C44-6950-97797B7F709F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67" creationId="{C4F46F62-6C91-1139-729F-BEA7BD070AAB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69" creationId="{4B257842-FF46-2D71-3211-C175156C0287}"/>
          </ac:spMkLst>
        </pc:spChg>
        <pc:spChg chg="mod">
          <ac:chgData name="Bo Tang" userId="332dbdf67b1791cd" providerId="LiveId" clId="{21A05263-F0A2-4FF0-A488-4318BFF16902}" dt="2025-11-28T06:23:18.661" v="121"/>
          <ac:spMkLst>
            <pc:docMk/>
            <pc:sldMk cId="3682427472" sldId="256"/>
            <ac:spMk id="71" creationId="{60C568F2-BCEA-EAF8-F08D-00CD97CD67D6}"/>
          </ac:spMkLst>
        </pc:spChg>
        <pc:spChg chg="mod">
          <ac:chgData name="Bo Tang" userId="332dbdf67b1791cd" providerId="LiveId" clId="{21A05263-F0A2-4FF0-A488-4318BFF16902}" dt="2025-11-28T06:23:18.661" v="121"/>
          <ac:spMkLst>
            <pc:docMk/>
            <pc:sldMk cId="3682427472" sldId="256"/>
            <ac:spMk id="88" creationId="{D8814248-EF3D-FE19-B72D-C146F2A6761F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93" creationId="{375FCD53-F475-3984-2F5A-BF2292B59CE4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95" creationId="{11313FF0-6D59-F355-BA5E-F0101C42499D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101" creationId="{E4707351-4447-FA4D-0A1A-27179C6B6D37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102" creationId="{7600D543-BF8D-F555-DCAC-F1B2F2E9F40B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108" creationId="{18181E01-04FB-460A-FAE7-662DAE26B2B0}"/>
          </ac:spMkLst>
        </pc:spChg>
        <pc:spChg chg="mod">
          <ac:chgData name="Bo Tang" userId="332dbdf67b1791cd" providerId="LiveId" clId="{21A05263-F0A2-4FF0-A488-4318BFF16902}" dt="2025-11-28T06:30:37.521" v="129" actId="403"/>
          <ac:spMkLst>
            <pc:docMk/>
            <pc:sldMk cId="3682427472" sldId="256"/>
            <ac:spMk id="109" creationId="{2190B4BC-B122-E8EB-87A7-75F86D5C2889}"/>
          </ac:spMkLst>
        </pc:spChg>
        <pc:spChg chg="mod">
          <ac:chgData name="Bo Tang" userId="332dbdf67b1791cd" providerId="LiveId" clId="{21A05263-F0A2-4FF0-A488-4318BFF16902}" dt="2025-11-28T06:30:37.521" v="129" actId="403"/>
          <ac:spMkLst>
            <pc:docMk/>
            <pc:sldMk cId="3682427472" sldId="256"/>
            <ac:spMk id="110" creationId="{66E64F08-9F66-346C-E619-C02CD261D7A2}"/>
          </ac:spMkLst>
        </pc:spChg>
        <pc:spChg chg="mod">
          <ac:chgData name="Bo Tang" userId="332dbdf67b1791cd" providerId="LiveId" clId="{21A05263-F0A2-4FF0-A488-4318BFF16902}" dt="2025-11-28T06:30:37.521" v="129" actId="403"/>
          <ac:spMkLst>
            <pc:docMk/>
            <pc:sldMk cId="3682427472" sldId="256"/>
            <ac:spMk id="143" creationId="{73101812-E7B5-3768-5248-A0F23C484FCB}"/>
          </ac:spMkLst>
        </pc:spChg>
        <pc:spChg chg="mod">
          <ac:chgData name="Bo Tang" userId="332dbdf67b1791cd" providerId="LiveId" clId="{21A05263-F0A2-4FF0-A488-4318BFF16902}" dt="2025-11-28T06:30:37.521" v="129" actId="403"/>
          <ac:spMkLst>
            <pc:docMk/>
            <pc:sldMk cId="3682427472" sldId="256"/>
            <ac:spMk id="145" creationId="{CF827026-DFCB-7739-440F-DAD501571E7B}"/>
          </ac:spMkLst>
        </pc:spChg>
        <pc:spChg chg="mod">
          <ac:chgData name="Bo Tang" userId="332dbdf67b1791cd" providerId="LiveId" clId="{21A05263-F0A2-4FF0-A488-4318BFF16902}" dt="2025-11-28T06:30:37.521" v="129" actId="403"/>
          <ac:spMkLst>
            <pc:docMk/>
            <pc:sldMk cId="3682427472" sldId="256"/>
            <ac:spMk id="146" creationId="{4FCAB493-2036-65D5-1D26-C500D077BADF}"/>
          </ac:spMkLst>
        </pc:spChg>
        <pc:spChg chg="mod">
          <ac:chgData name="Bo Tang" userId="332dbdf67b1791cd" providerId="LiveId" clId="{21A05263-F0A2-4FF0-A488-4318BFF16902}" dt="2025-11-28T06:22:35.324" v="116" actId="164"/>
          <ac:spMkLst>
            <pc:docMk/>
            <pc:sldMk cId="3682427472" sldId="256"/>
            <ac:spMk id="148" creationId="{C097AA9E-8755-28FF-FB9D-4043A116AB45}"/>
          </ac:spMkLst>
        </pc:spChg>
        <pc:spChg chg="mod">
          <ac:chgData name="Bo Tang" userId="332dbdf67b1791cd" providerId="LiveId" clId="{21A05263-F0A2-4FF0-A488-4318BFF16902}" dt="2025-11-28T06:22:35.324" v="116" actId="164"/>
          <ac:spMkLst>
            <pc:docMk/>
            <pc:sldMk cId="3682427472" sldId="256"/>
            <ac:spMk id="150" creationId="{5D7EFA07-3370-ECD2-58AC-7033FE5618E8}"/>
          </ac:spMkLst>
        </pc:spChg>
        <pc:spChg chg="add mod">
          <ac:chgData name="Bo Tang" userId="332dbdf67b1791cd" providerId="LiveId" clId="{21A05263-F0A2-4FF0-A488-4318BFF16902}" dt="2025-11-28T06:33:40.908" v="160"/>
          <ac:spMkLst>
            <pc:docMk/>
            <pc:sldMk cId="3682427472" sldId="256"/>
            <ac:spMk id="152" creationId="{DF9907F9-E852-F8BF-32D6-F1D8F14BB0A0}"/>
          </ac:spMkLst>
        </pc:spChg>
        <pc:spChg chg="add mod ord">
          <ac:chgData name="Bo Tang" userId="332dbdf67b1791cd" providerId="LiveId" clId="{21A05263-F0A2-4FF0-A488-4318BFF16902}" dt="2025-11-28T06:30:37.521" v="129" actId="403"/>
          <ac:spMkLst>
            <pc:docMk/>
            <pc:sldMk cId="3682427472" sldId="256"/>
            <ac:spMk id="153" creationId="{8405B0AF-569A-1AE5-6342-C6A1332F1461}"/>
          </ac:spMkLst>
        </pc:spChg>
        <pc:spChg chg="add mod ord">
          <ac:chgData name="Bo Tang" userId="332dbdf67b1791cd" providerId="LiveId" clId="{21A05263-F0A2-4FF0-A488-4318BFF16902}" dt="2025-11-28T06:22:35.324" v="116" actId="164"/>
          <ac:spMkLst>
            <pc:docMk/>
            <pc:sldMk cId="3682427472" sldId="256"/>
            <ac:spMk id="154" creationId="{3F37D49E-DBEF-426F-4691-1F88973254CB}"/>
          </ac:spMkLst>
        </pc:spChg>
        <pc:spChg chg="add mod">
          <ac:chgData name="Bo Tang" userId="332dbdf67b1791cd" providerId="LiveId" clId="{21A05263-F0A2-4FF0-A488-4318BFF16902}" dt="2025-11-28T06:33:16.320" v="159" actId="1076"/>
          <ac:spMkLst>
            <pc:docMk/>
            <pc:sldMk cId="3682427472" sldId="256"/>
            <ac:spMk id="155" creationId="{38412604-237E-B19A-40FC-2D3FC0F055CF}"/>
          </ac:spMkLst>
        </pc:spChg>
        <pc:grpChg chg="mod">
          <ac:chgData name="Bo Tang" userId="332dbdf67b1791cd" providerId="LiveId" clId="{21A05263-F0A2-4FF0-A488-4318BFF16902}" dt="2025-11-28T06:23:01.950" v="120" actId="164"/>
          <ac:grpSpMkLst>
            <pc:docMk/>
            <pc:sldMk cId="3682427472" sldId="256"/>
            <ac:grpSpMk id="141" creationId="{645FB82C-BAF5-CBE7-75E3-A213FB9116BA}"/>
          </ac:grpSpMkLst>
        </pc:grpChg>
        <pc:grpChg chg="add mod">
          <ac:chgData name="Bo Tang" userId="332dbdf67b1791cd" providerId="LiveId" clId="{21A05263-F0A2-4FF0-A488-4318BFF16902}" dt="2025-11-28T06:22:41.482" v="117" actId="164"/>
          <ac:grpSpMkLst>
            <pc:docMk/>
            <pc:sldMk cId="3682427472" sldId="256"/>
            <ac:grpSpMk id="156" creationId="{7E038E35-1532-E28F-4DF6-5CFA6299A872}"/>
          </ac:grpSpMkLst>
        </pc:grpChg>
        <pc:grpChg chg="add mod">
          <ac:chgData name="Bo Tang" userId="332dbdf67b1791cd" providerId="LiveId" clId="{21A05263-F0A2-4FF0-A488-4318BFF16902}" dt="2025-11-28T06:22:41.482" v="117" actId="164"/>
          <ac:grpSpMkLst>
            <pc:docMk/>
            <pc:sldMk cId="3682427472" sldId="256"/>
            <ac:grpSpMk id="157" creationId="{9417BA11-E2A6-1696-EF8E-C3BC66709858}"/>
          </ac:grpSpMkLst>
        </pc:grpChg>
        <pc:grpChg chg="add mod">
          <ac:chgData name="Bo Tang" userId="332dbdf67b1791cd" providerId="LiveId" clId="{21A05263-F0A2-4FF0-A488-4318BFF16902}" dt="2025-11-28T06:23:01.950" v="120" actId="164"/>
          <ac:grpSpMkLst>
            <pc:docMk/>
            <pc:sldMk cId="3682427472" sldId="256"/>
            <ac:grpSpMk id="158" creationId="{49B0291B-DA34-05DA-48C6-B8FC555A5C31}"/>
          </ac:grpSpMkLst>
        </pc:grpChg>
        <pc:grpChg chg="add mod">
          <ac:chgData name="Bo Tang" userId="332dbdf67b1791cd" providerId="LiveId" clId="{21A05263-F0A2-4FF0-A488-4318BFF16902}" dt="2025-11-28T06:34:28.849" v="163" actId="1076"/>
          <ac:grpSpMkLst>
            <pc:docMk/>
            <pc:sldMk cId="3682427472" sldId="256"/>
            <ac:grpSpMk id="159" creationId="{8A382693-7423-AD8F-6F47-343D477ED71F}"/>
          </ac:grpSpMkLst>
        </pc:grpChg>
        <pc:cxnChg chg="mod">
          <ac:chgData name="Bo Tang" userId="332dbdf67b1791cd" providerId="LiveId" clId="{21A05263-F0A2-4FF0-A488-4318BFF16902}" dt="2025-11-28T06:24:04.572" v="124" actId="1036"/>
          <ac:cxnSpMkLst>
            <pc:docMk/>
            <pc:sldMk cId="3682427472" sldId="256"/>
            <ac:cxnSpMk id="97" creationId="{63C5D710-1CFE-ABBB-4415-E5C13F8E79C8}"/>
          </ac:cxnSpMkLst>
        </pc:cxnChg>
      </pc:sldChg>
      <pc:sldMasterChg chg="modSp modSldLayout">
        <pc:chgData name="Bo Tang" userId="332dbdf67b1791cd" providerId="LiveId" clId="{21A05263-F0A2-4FF0-A488-4318BFF16902}" dt="2025-11-28T06:23:18.661" v="121"/>
        <pc:sldMasterMkLst>
          <pc:docMk/>
          <pc:sldMasterMk cId="1924702481" sldId="2147483684"/>
        </pc:sldMasterMkLst>
        <pc:spChg chg="mod">
          <ac:chgData name="Bo Tang" userId="332dbdf67b1791cd" providerId="LiveId" clId="{21A05263-F0A2-4FF0-A488-4318BFF16902}" dt="2025-11-28T06:23:18.661" v="121"/>
          <ac:spMkLst>
            <pc:docMk/>
            <pc:sldMasterMk cId="1924702481" sldId="2147483684"/>
            <ac:spMk id="2" creationId="{00000000-0000-0000-0000-000000000000}"/>
          </ac:spMkLst>
        </pc:spChg>
        <pc:spChg chg="mod">
          <ac:chgData name="Bo Tang" userId="332dbdf67b1791cd" providerId="LiveId" clId="{21A05263-F0A2-4FF0-A488-4318BFF16902}" dt="2025-11-28T06:23:18.661" v="121"/>
          <ac:spMkLst>
            <pc:docMk/>
            <pc:sldMasterMk cId="1924702481" sldId="2147483684"/>
            <ac:spMk id="3" creationId="{00000000-0000-0000-0000-000000000000}"/>
          </ac:spMkLst>
        </pc:spChg>
        <pc:spChg chg="mod">
          <ac:chgData name="Bo Tang" userId="332dbdf67b1791cd" providerId="LiveId" clId="{21A05263-F0A2-4FF0-A488-4318BFF16902}" dt="2025-11-28T06:23:18.661" v="121"/>
          <ac:spMkLst>
            <pc:docMk/>
            <pc:sldMasterMk cId="1924702481" sldId="2147483684"/>
            <ac:spMk id="4" creationId="{00000000-0000-0000-0000-000000000000}"/>
          </ac:spMkLst>
        </pc:spChg>
        <pc:spChg chg="mod">
          <ac:chgData name="Bo Tang" userId="332dbdf67b1791cd" providerId="LiveId" clId="{21A05263-F0A2-4FF0-A488-4318BFF16902}" dt="2025-11-28T06:23:18.661" v="121"/>
          <ac:spMkLst>
            <pc:docMk/>
            <pc:sldMasterMk cId="1924702481" sldId="2147483684"/>
            <ac:spMk id="5" creationId="{00000000-0000-0000-0000-000000000000}"/>
          </ac:spMkLst>
        </pc:spChg>
        <pc:spChg chg="mod">
          <ac:chgData name="Bo Tang" userId="332dbdf67b1791cd" providerId="LiveId" clId="{21A05263-F0A2-4FF0-A488-4318BFF16902}" dt="2025-11-28T06:23:18.661" v="121"/>
          <ac:spMkLst>
            <pc:docMk/>
            <pc:sldMasterMk cId="1924702481" sldId="2147483684"/>
            <ac:spMk id="6" creationId="{00000000-0000-0000-0000-000000000000}"/>
          </ac:spMkLst>
        </pc:spChg>
        <pc:sldLayoutChg chg="modSp">
          <pc:chgData name="Bo Tang" userId="332dbdf67b1791cd" providerId="LiveId" clId="{21A05263-F0A2-4FF0-A488-4318BFF16902}" dt="2025-11-28T06:23:18.661" v="121"/>
          <pc:sldLayoutMkLst>
            <pc:docMk/>
            <pc:sldMasterMk cId="1924702481" sldId="2147483684"/>
            <pc:sldLayoutMk cId="4007375362" sldId="2147483685"/>
          </pc:sldLayoutMkLst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4007375362" sldId="2147483685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4007375362" sldId="2147483685"/>
              <ac:spMk id="3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23:18.661" v="121"/>
          <pc:sldLayoutMkLst>
            <pc:docMk/>
            <pc:sldMasterMk cId="1924702481" sldId="2147483684"/>
            <pc:sldLayoutMk cId="2727803585" sldId="2147483687"/>
          </pc:sldLayoutMkLst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2727803585" sldId="2147483687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2727803585" sldId="2147483687"/>
              <ac:spMk id="3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23:18.661" v="121"/>
          <pc:sldLayoutMkLst>
            <pc:docMk/>
            <pc:sldMasterMk cId="1924702481" sldId="2147483684"/>
            <pc:sldLayoutMk cId="1248572811" sldId="2147483688"/>
          </pc:sldLayoutMkLst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1248572811" sldId="2147483688"/>
              <ac:spMk id="3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1248572811" sldId="2147483688"/>
              <ac:spMk id="4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23:18.661" v="121"/>
          <pc:sldLayoutMkLst>
            <pc:docMk/>
            <pc:sldMasterMk cId="1924702481" sldId="2147483684"/>
            <pc:sldLayoutMk cId="3423929957" sldId="2147483689"/>
          </pc:sldLayoutMkLst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3423929957" sldId="2147483689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3423929957" sldId="2147483689"/>
              <ac:spMk id="3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3423929957" sldId="2147483689"/>
              <ac:spMk id="4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3423929957" sldId="2147483689"/>
              <ac:spMk id="5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3423929957" sldId="2147483689"/>
              <ac:spMk id="6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23:18.661" v="121"/>
          <pc:sldLayoutMkLst>
            <pc:docMk/>
            <pc:sldMasterMk cId="1924702481" sldId="2147483684"/>
            <pc:sldLayoutMk cId="251827532" sldId="2147483692"/>
          </pc:sldLayoutMkLst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251827532" sldId="2147483692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251827532" sldId="2147483692"/>
              <ac:spMk id="3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251827532" sldId="2147483692"/>
              <ac:spMk id="4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23:18.661" v="121"/>
          <pc:sldLayoutMkLst>
            <pc:docMk/>
            <pc:sldMasterMk cId="1924702481" sldId="2147483684"/>
            <pc:sldLayoutMk cId="2301886268" sldId="2147483693"/>
          </pc:sldLayoutMkLst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2301886268" sldId="2147483693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2301886268" sldId="2147483693"/>
              <ac:spMk id="3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2301886268" sldId="2147483693"/>
              <ac:spMk id="4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23:18.661" v="121"/>
          <pc:sldLayoutMkLst>
            <pc:docMk/>
            <pc:sldMasterMk cId="1924702481" sldId="2147483684"/>
            <pc:sldLayoutMk cId="854011551" sldId="2147483695"/>
          </pc:sldLayoutMkLst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854011551" sldId="2147483695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23:18.661" v="121"/>
            <ac:spMkLst>
              <pc:docMk/>
              <pc:sldMasterMk cId="1924702481" sldId="2147483684"/>
              <pc:sldLayoutMk cId="854011551" sldId="2147483695"/>
              <ac:spMk id="3" creationId="{00000000-0000-0000-0000-000000000000}"/>
            </ac:spMkLst>
          </pc:spChg>
        </pc:sldLayoutChg>
      </pc:sldMasterChg>
      <pc:sldMasterChg chg="modSp modSldLayout">
        <pc:chgData name="Bo Tang" userId="332dbdf67b1791cd" providerId="LiveId" clId="{21A05263-F0A2-4FF0-A488-4318BFF16902}" dt="2025-11-28T06:33:40.908" v="160"/>
        <pc:sldMasterMkLst>
          <pc:docMk/>
          <pc:sldMasterMk cId="376509896" sldId="2147483696"/>
        </pc:sldMasterMkLst>
        <pc:spChg chg="mod">
          <ac:chgData name="Bo Tang" userId="332dbdf67b1791cd" providerId="LiveId" clId="{21A05263-F0A2-4FF0-A488-4318BFF16902}" dt="2025-11-28T06:33:40.908" v="160"/>
          <ac:spMkLst>
            <pc:docMk/>
            <pc:sldMasterMk cId="376509896" sldId="2147483696"/>
            <ac:spMk id="2" creationId="{00000000-0000-0000-0000-000000000000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asterMk cId="376509896" sldId="2147483696"/>
            <ac:spMk id="3" creationId="{00000000-0000-0000-0000-000000000000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asterMk cId="376509896" sldId="2147483696"/>
            <ac:spMk id="4" creationId="{00000000-0000-0000-0000-000000000000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asterMk cId="376509896" sldId="2147483696"/>
            <ac:spMk id="5" creationId="{00000000-0000-0000-0000-000000000000}"/>
          </ac:spMkLst>
        </pc:spChg>
        <pc:spChg chg="mod">
          <ac:chgData name="Bo Tang" userId="332dbdf67b1791cd" providerId="LiveId" clId="{21A05263-F0A2-4FF0-A488-4318BFF16902}" dt="2025-11-28T06:33:40.908" v="160"/>
          <ac:spMkLst>
            <pc:docMk/>
            <pc:sldMasterMk cId="376509896" sldId="2147483696"/>
            <ac:spMk id="6" creationId="{00000000-0000-0000-0000-000000000000}"/>
          </ac:spMkLst>
        </pc:spChg>
        <pc:sldLayoutChg chg="modSp">
          <pc:chgData name="Bo Tang" userId="332dbdf67b1791cd" providerId="LiveId" clId="{21A05263-F0A2-4FF0-A488-4318BFF16902}" dt="2025-11-28T06:33:40.908" v="160"/>
          <pc:sldLayoutMkLst>
            <pc:docMk/>
            <pc:sldMasterMk cId="376509896" sldId="2147483696"/>
            <pc:sldLayoutMk cId="2820787704" sldId="2147483697"/>
          </pc:sldLayoutMkLst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2820787704" sldId="2147483697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2820787704" sldId="2147483697"/>
              <ac:spMk id="3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33:40.908" v="160"/>
          <pc:sldLayoutMkLst>
            <pc:docMk/>
            <pc:sldMasterMk cId="376509896" sldId="2147483696"/>
            <pc:sldLayoutMk cId="1690594905" sldId="2147483699"/>
          </pc:sldLayoutMkLst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690594905" sldId="2147483699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690594905" sldId="2147483699"/>
              <ac:spMk id="3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33:40.908" v="160"/>
          <pc:sldLayoutMkLst>
            <pc:docMk/>
            <pc:sldMasterMk cId="376509896" sldId="2147483696"/>
            <pc:sldLayoutMk cId="1710519280" sldId="2147483700"/>
          </pc:sldLayoutMkLst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710519280" sldId="2147483700"/>
              <ac:spMk id="3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710519280" sldId="2147483700"/>
              <ac:spMk id="4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33:40.908" v="160"/>
          <pc:sldLayoutMkLst>
            <pc:docMk/>
            <pc:sldMasterMk cId="376509896" sldId="2147483696"/>
            <pc:sldLayoutMk cId="1225761413" sldId="2147483701"/>
          </pc:sldLayoutMkLst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225761413" sldId="2147483701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225761413" sldId="2147483701"/>
              <ac:spMk id="3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225761413" sldId="2147483701"/>
              <ac:spMk id="4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225761413" sldId="2147483701"/>
              <ac:spMk id="5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1225761413" sldId="2147483701"/>
              <ac:spMk id="6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33:40.908" v="160"/>
          <pc:sldLayoutMkLst>
            <pc:docMk/>
            <pc:sldMasterMk cId="376509896" sldId="2147483696"/>
            <pc:sldLayoutMk cId="2811641051" sldId="2147483704"/>
          </pc:sldLayoutMkLst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2811641051" sldId="2147483704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2811641051" sldId="2147483704"/>
              <ac:spMk id="3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2811641051" sldId="2147483704"/>
              <ac:spMk id="4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33:40.908" v="160"/>
          <pc:sldLayoutMkLst>
            <pc:docMk/>
            <pc:sldMasterMk cId="376509896" sldId="2147483696"/>
            <pc:sldLayoutMk cId="3602679158" sldId="2147483705"/>
          </pc:sldLayoutMkLst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3602679158" sldId="2147483705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3602679158" sldId="2147483705"/>
              <ac:spMk id="3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3602679158" sldId="2147483705"/>
              <ac:spMk id="4" creationId="{00000000-0000-0000-0000-000000000000}"/>
            </ac:spMkLst>
          </pc:spChg>
        </pc:sldLayoutChg>
        <pc:sldLayoutChg chg="modSp">
          <pc:chgData name="Bo Tang" userId="332dbdf67b1791cd" providerId="LiveId" clId="{21A05263-F0A2-4FF0-A488-4318BFF16902}" dt="2025-11-28T06:33:40.908" v="160"/>
          <pc:sldLayoutMkLst>
            <pc:docMk/>
            <pc:sldMasterMk cId="376509896" sldId="2147483696"/>
            <pc:sldLayoutMk cId="3653398446" sldId="2147483707"/>
          </pc:sldLayoutMkLst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3653398446" sldId="2147483707"/>
              <ac:spMk id="2" creationId="{00000000-0000-0000-0000-000000000000}"/>
            </ac:spMkLst>
          </pc:spChg>
          <pc:spChg chg="mod">
            <ac:chgData name="Bo Tang" userId="332dbdf67b1791cd" providerId="LiveId" clId="{21A05263-F0A2-4FF0-A488-4318BFF16902}" dt="2025-11-28T06:33:40.908" v="160"/>
            <ac:spMkLst>
              <pc:docMk/>
              <pc:sldMasterMk cId="376509896" sldId="2147483696"/>
              <pc:sldLayoutMk cId="3653398446" sldId="2147483707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5950" y="957646"/>
            <a:ext cx="11315700" cy="2037198"/>
          </a:xfrm>
        </p:spPr>
        <p:txBody>
          <a:bodyPr anchor="b"/>
          <a:lstStyle>
            <a:lvl1pPr algn="ctr">
              <a:defRPr sz="51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950" y="3073405"/>
            <a:ext cx="11315700" cy="1412764"/>
          </a:xfrm>
        </p:spPr>
        <p:txBody>
          <a:bodyPr/>
          <a:lstStyle>
            <a:lvl1pPr marL="0" indent="0" algn="ctr">
              <a:buNone/>
              <a:defRPr sz="2048"/>
            </a:lvl1pPr>
            <a:lvl2pPr marL="390083" indent="0" algn="ctr">
              <a:buNone/>
              <a:defRPr sz="1706"/>
            </a:lvl2pPr>
            <a:lvl3pPr marL="780166" indent="0" algn="ctr">
              <a:buNone/>
              <a:defRPr sz="1536"/>
            </a:lvl3pPr>
            <a:lvl4pPr marL="1170249" indent="0" algn="ctr">
              <a:buNone/>
              <a:defRPr sz="1365"/>
            </a:lvl4pPr>
            <a:lvl5pPr marL="1560332" indent="0" algn="ctr">
              <a:buNone/>
              <a:defRPr sz="1365"/>
            </a:lvl5pPr>
            <a:lvl6pPr marL="1950415" indent="0" algn="ctr">
              <a:buNone/>
              <a:defRPr sz="1365"/>
            </a:lvl6pPr>
            <a:lvl7pPr marL="2340498" indent="0" algn="ctr">
              <a:buNone/>
              <a:defRPr sz="1365"/>
            </a:lvl7pPr>
            <a:lvl8pPr marL="2730581" indent="0" algn="ctr">
              <a:buNone/>
              <a:defRPr sz="1365"/>
            </a:lvl8pPr>
            <a:lvl9pPr marL="3120664" indent="0" algn="ctr">
              <a:buNone/>
              <a:defRPr sz="136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9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414" y="1458819"/>
            <a:ext cx="13013055" cy="2434071"/>
          </a:xfrm>
        </p:spPr>
        <p:txBody>
          <a:bodyPr anchor="b"/>
          <a:lstStyle>
            <a:lvl1pPr>
              <a:defRPr sz="51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9414" y="3915917"/>
            <a:ext cx="13013055" cy="1280021"/>
          </a:xfrm>
        </p:spPr>
        <p:txBody>
          <a:bodyPr/>
          <a:lstStyle>
            <a:lvl1pPr marL="0" indent="0">
              <a:buNone/>
              <a:defRPr sz="2048">
                <a:solidFill>
                  <a:schemeClr val="tx1">
                    <a:tint val="82000"/>
                  </a:schemeClr>
                </a:solidFill>
              </a:defRPr>
            </a:lvl1pPr>
            <a:lvl2pPr marL="390083" indent="0">
              <a:buNone/>
              <a:defRPr sz="1706">
                <a:solidFill>
                  <a:schemeClr val="tx1">
                    <a:tint val="82000"/>
                  </a:schemeClr>
                </a:solidFill>
              </a:defRPr>
            </a:lvl2pPr>
            <a:lvl3pPr marL="780166" indent="0">
              <a:buNone/>
              <a:defRPr sz="1536">
                <a:solidFill>
                  <a:schemeClr val="tx1">
                    <a:tint val="82000"/>
                  </a:schemeClr>
                </a:solidFill>
              </a:defRPr>
            </a:lvl3pPr>
            <a:lvl4pPr marL="1170249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4pPr>
            <a:lvl5pPr marL="1560332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5pPr>
            <a:lvl6pPr marL="1950415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6pPr>
            <a:lvl7pPr marL="2340498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7pPr>
            <a:lvl8pPr marL="2730581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8pPr>
            <a:lvl9pPr marL="3120664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99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7273" y="1557698"/>
            <a:ext cx="6412230" cy="3712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8098" y="1557698"/>
            <a:ext cx="6412230" cy="3712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9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311540"/>
            <a:ext cx="13013055" cy="11310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238" y="1434437"/>
            <a:ext cx="6382761" cy="702995"/>
          </a:xfrm>
        </p:spPr>
        <p:txBody>
          <a:bodyPr anchor="b"/>
          <a:lstStyle>
            <a:lvl1pPr marL="0" indent="0">
              <a:buNone/>
              <a:defRPr sz="2048" b="1"/>
            </a:lvl1pPr>
            <a:lvl2pPr marL="390083" indent="0">
              <a:buNone/>
              <a:defRPr sz="1706" b="1"/>
            </a:lvl2pPr>
            <a:lvl3pPr marL="780166" indent="0">
              <a:buNone/>
              <a:defRPr sz="1536" b="1"/>
            </a:lvl3pPr>
            <a:lvl4pPr marL="1170249" indent="0">
              <a:buNone/>
              <a:defRPr sz="1365" b="1"/>
            </a:lvl4pPr>
            <a:lvl5pPr marL="1560332" indent="0">
              <a:buNone/>
              <a:defRPr sz="1365" b="1"/>
            </a:lvl5pPr>
            <a:lvl6pPr marL="1950415" indent="0">
              <a:buNone/>
              <a:defRPr sz="1365" b="1"/>
            </a:lvl6pPr>
            <a:lvl7pPr marL="2340498" indent="0">
              <a:buNone/>
              <a:defRPr sz="1365" b="1"/>
            </a:lvl7pPr>
            <a:lvl8pPr marL="2730581" indent="0">
              <a:buNone/>
              <a:defRPr sz="1365" b="1"/>
            </a:lvl8pPr>
            <a:lvl9pPr marL="3120664" indent="0">
              <a:buNone/>
              <a:defRPr sz="13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9238" y="2137432"/>
            <a:ext cx="6382761" cy="3143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8098" y="1434437"/>
            <a:ext cx="6414195" cy="702995"/>
          </a:xfrm>
        </p:spPr>
        <p:txBody>
          <a:bodyPr anchor="b"/>
          <a:lstStyle>
            <a:lvl1pPr marL="0" indent="0">
              <a:buNone/>
              <a:defRPr sz="2048" b="1"/>
            </a:lvl1pPr>
            <a:lvl2pPr marL="390083" indent="0">
              <a:buNone/>
              <a:defRPr sz="1706" b="1"/>
            </a:lvl2pPr>
            <a:lvl3pPr marL="780166" indent="0">
              <a:buNone/>
              <a:defRPr sz="1536" b="1"/>
            </a:lvl3pPr>
            <a:lvl4pPr marL="1170249" indent="0">
              <a:buNone/>
              <a:defRPr sz="1365" b="1"/>
            </a:lvl4pPr>
            <a:lvl5pPr marL="1560332" indent="0">
              <a:buNone/>
              <a:defRPr sz="1365" b="1"/>
            </a:lvl5pPr>
            <a:lvl6pPr marL="1950415" indent="0">
              <a:buNone/>
              <a:defRPr sz="1365" b="1"/>
            </a:lvl6pPr>
            <a:lvl7pPr marL="2340498" indent="0">
              <a:buNone/>
              <a:defRPr sz="1365" b="1"/>
            </a:lvl7pPr>
            <a:lvl8pPr marL="2730581" indent="0">
              <a:buNone/>
              <a:defRPr sz="1365" b="1"/>
            </a:lvl8pPr>
            <a:lvl9pPr marL="3120664" indent="0">
              <a:buNone/>
              <a:defRPr sz="13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8098" y="2137432"/>
            <a:ext cx="6414195" cy="3143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9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3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92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390102"/>
            <a:ext cx="4866143" cy="1365356"/>
          </a:xfrm>
        </p:spPr>
        <p:txBody>
          <a:bodyPr anchor="b"/>
          <a:lstStyle>
            <a:lvl1pPr>
              <a:defRPr sz="27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195" y="842512"/>
            <a:ext cx="7638098" cy="4158375"/>
          </a:xfrm>
        </p:spPr>
        <p:txBody>
          <a:bodyPr/>
          <a:lstStyle>
            <a:lvl1pPr>
              <a:defRPr sz="2730"/>
            </a:lvl1pPr>
            <a:lvl2pPr>
              <a:defRPr sz="2389"/>
            </a:lvl2pPr>
            <a:lvl3pPr>
              <a:defRPr sz="2048"/>
            </a:lvl3pPr>
            <a:lvl4pPr>
              <a:defRPr sz="1706"/>
            </a:lvl4pPr>
            <a:lvl5pPr>
              <a:defRPr sz="1706"/>
            </a:lvl5pPr>
            <a:lvl6pPr>
              <a:defRPr sz="1706"/>
            </a:lvl6pPr>
            <a:lvl7pPr>
              <a:defRPr sz="1706"/>
            </a:lvl7pPr>
            <a:lvl8pPr>
              <a:defRPr sz="1706"/>
            </a:lvl8pPr>
            <a:lvl9pPr>
              <a:defRPr sz="1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238" y="1755458"/>
            <a:ext cx="4866143" cy="3252202"/>
          </a:xfrm>
        </p:spPr>
        <p:txBody>
          <a:bodyPr/>
          <a:lstStyle>
            <a:lvl1pPr marL="0" indent="0">
              <a:buNone/>
              <a:defRPr sz="1365"/>
            </a:lvl1pPr>
            <a:lvl2pPr marL="390083" indent="0">
              <a:buNone/>
              <a:defRPr sz="1194"/>
            </a:lvl2pPr>
            <a:lvl3pPr marL="780166" indent="0">
              <a:buNone/>
              <a:defRPr sz="1024"/>
            </a:lvl3pPr>
            <a:lvl4pPr marL="1170249" indent="0">
              <a:buNone/>
              <a:defRPr sz="853"/>
            </a:lvl4pPr>
            <a:lvl5pPr marL="1560332" indent="0">
              <a:buNone/>
              <a:defRPr sz="853"/>
            </a:lvl5pPr>
            <a:lvl6pPr marL="1950415" indent="0">
              <a:buNone/>
              <a:defRPr sz="853"/>
            </a:lvl6pPr>
            <a:lvl7pPr marL="2340498" indent="0">
              <a:buNone/>
              <a:defRPr sz="853"/>
            </a:lvl7pPr>
            <a:lvl8pPr marL="2730581" indent="0">
              <a:buNone/>
              <a:defRPr sz="853"/>
            </a:lvl8pPr>
            <a:lvl9pPr marL="3120664" indent="0">
              <a:buNone/>
              <a:defRPr sz="8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7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390102"/>
            <a:ext cx="4866143" cy="1365356"/>
          </a:xfrm>
        </p:spPr>
        <p:txBody>
          <a:bodyPr anchor="b"/>
          <a:lstStyle>
            <a:lvl1pPr>
              <a:defRPr sz="27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14195" y="842512"/>
            <a:ext cx="7638098" cy="4158375"/>
          </a:xfrm>
        </p:spPr>
        <p:txBody>
          <a:bodyPr anchor="t"/>
          <a:lstStyle>
            <a:lvl1pPr marL="0" indent="0">
              <a:buNone/>
              <a:defRPr sz="2730"/>
            </a:lvl1pPr>
            <a:lvl2pPr marL="390083" indent="0">
              <a:buNone/>
              <a:defRPr sz="2389"/>
            </a:lvl2pPr>
            <a:lvl3pPr marL="780166" indent="0">
              <a:buNone/>
              <a:defRPr sz="2048"/>
            </a:lvl3pPr>
            <a:lvl4pPr marL="1170249" indent="0">
              <a:buNone/>
              <a:defRPr sz="1706"/>
            </a:lvl4pPr>
            <a:lvl5pPr marL="1560332" indent="0">
              <a:buNone/>
              <a:defRPr sz="1706"/>
            </a:lvl5pPr>
            <a:lvl6pPr marL="1950415" indent="0">
              <a:buNone/>
              <a:defRPr sz="1706"/>
            </a:lvl6pPr>
            <a:lvl7pPr marL="2340498" indent="0">
              <a:buNone/>
              <a:defRPr sz="1706"/>
            </a:lvl7pPr>
            <a:lvl8pPr marL="2730581" indent="0">
              <a:buNone/>
              <a:defRPr sz="1706"/>
            </a:lvl8pPr>
            <a:lvl9pPr marL="3120664" indent="0">
              <a:buNone/>
              <a:defRPr sz="17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238" y="1755458"/>
            <a:ext cx="4866143" cy="3252202"/>
          </a:xfrm>
        </p:spPr>
        <p:txBody>
          <a:bodyPr/>
          <a:lstStyle>
            <a:lvl1pPr marL="0" indent="0">
              <a:buNone/>
              <a:defRPr sz="1365"/>
            </a:lvl1pPr>
            <a:lvl2pPr marL="390083" indent="0">
              <a:buNone/>
              <a:defRPr sz="1194"/>
            </a:lvl2pPr>
            <a:lvl3pPr marL="780166" indent="0">
              <a:buNone/>
              <a:defRPr sz="1024"/>
            </a:lvl3pPr>
            <a:lvl4pPr marL="1170249" indent="0">
              <a:buNone/>
              <a:defRPr sz="853"/>
            </a:lvl4pPr>
            <a:lvl5pPr marL="1560332" indent="0">
              <a:buNone/>
              <a:defRPr sz="853"/>
            </a:lvl5pPr>
            <a:lvl6pPr marL="1950415" indent="0">
              <a:buNone/>
              <a:defRPr sz="853"/>
            </a:lvl6pPr>
            <a:lvl7pPr marL="2340498" indent="0">
              <a:buNone/>
              <a:defRPr sz="853"/>
            </a:lvl7pPr>
            <a:lvl8pPr marL="2730581" indent="0">
              <a:buNone/>
              <a:defRPr sz="853"/>
            </a:lvl8pPr>
            <a:lvl9pPr marL="3120664" indent="0">
              <a:buNone/>
              <a:defRPr sz="8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9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6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7064" y="311540"/>
            <a:ext cx="3253264" cy="49588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7273" y="311540"/>
            <a:ext cx="9571196" cy="49588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1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7273" y="311540"/>
            <a:ext cx="13013055" cy="1131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7273" y="1557698"/>
            <a:ext cx="13013055" cy="371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7273" y="5423497"/>
            <a:ext cx="3394710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001DB-B45E-48F4-9297-4A472569DF2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7768" y="5423497"/>
            <a:ext cx="5092065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5618" y="5423497"/>
            <a:ext cx="3394710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E1431-EF51-4276-B71C-4170892A7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0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80166" rtl="0" eaLnBrk="1" latinLnBrk="0" hangingPunct="1">
        <a:lnSpc>
          <a:spcPct val="90000"/>
        </a:lnSpc>
        <a:spcBef>
          <a:spcPct val="0"/>
        </a:spcBef>
        <a:buNone/>
        <a:defRPr sz="37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042" indent="-195042" algn="l" defTabSz="780166" rtl="0" eaLnBrk="1" latinLnBrk="0" hangingPunct="1">
        <a:lnSpc>
          <a:spcPct val="90000"/>
        </a:lnSpc>
        <a:spcBef>
          <a:spcPts val="853"/>
        </a:spcBef>
        <a:buFont typeface="Arial" panose="020B0604020202020204" pitchFamily="34" charset="0"/>
        <a:buChar char="•"/>
        <a:defRPr sz="2389" kern="1200">
          <a:solidFill>
            <a:schemeClr val="tx1"/>
          </a:solidFill>
          <a:latin typeface="+mn-lt"/>
          <a:ea typeface="+mn-ea"/>
          <a:cs typeface="+mn-cs"/>
        </a:defRPr>
      </a:lvl1pPr>
      <a:lvl2pPr marL="585125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2048" kern="1200">
          <a:solidFill>
            <a:schemeClr val="tx1"/>
          </a:solidFill>
          <a:latin typeface="+mn-lt"/>
          <a:ea typeface="+mn-ea"/>
          <a:cs typeface="+mn-cs"/>
        </a:defRPr>
      </a:lvl2pPr>
      <a:lvl3pPr marL="975208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3pPr>
      <a:lvl4pPr marL="1365291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4pPr>
      <a:lvl5pPr marL="1755374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5pPr>
      <a:lvl6pPr marL="2145457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6pPr>
      <a:lvl7pPr marL="2535540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7pPr>
      <a:lvl8pPr marL="2925623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8pPr>
      <a:lvl9pPr marL="3315706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1pPr>
      <a:lvl2pPr marL="390083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2pPr>
      <a:lvl3pPr marL="780166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3pPr>
      <a:lvl4pPr marL="1170249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4pPr>
      <a:lvl5pPr marL="1560332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5pPr>
      <a:lvl6pPr marL="1950415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6pPr>
      <a:lvl7pPr marL="2340498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7pPr>
      <a:lvl8pPr marL="2730581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8pPr>
      <a:lvl9pPr marL="3120664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8">
            <a:extLst>
              <a:ext uri="{FF2B5EF4-FFF2-40B4-BE49-F238E27FC236}">
                <a16:creationId xmlns:a16="http://schemas.microsoft.com/office/drawing/2014/main" id="{8A382693-7423-AD8F-6F47-343D477ED71F}"/>
              </a:ext>
            </a:extLst>
          </p:cNvPr>
          <p:cNvGrpSpPr/>
          <p:nvPr/>
        </p:nvGrpSpPr>
        <p:grpSpPr>
          <a:xfrm>
            <a:off x="239932" y="27519"/>
            <a:ext cx="14760305" cy="5813742"/>
            <a:chOff x="385978" y="27516"/>
            <a:chExt cx="14760305" cy="5813743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645FB82C-BAF5-CBE7-75E3-A213FB9116BA}"/>
                </a:ext>
              </a:extLst>
            </p:cNvPr>
            <p:cNvGrpSpPr/>
            <p:nvPr/>
          </p:nvGrpSpPr>
          <p:grpSpPr>
            <a:xfrm>
              <a:off x="385978" y="27516"/>
              <a:ext cx="6767428" cy="5813743"/>
              <a:chOff x="479112" y="699523"/>
              <a:chExt cx="6767428" cy="581374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AFAAEC3-C8E8-8AFF-45BA-3E50A21DD2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358" y="2348664"/>
                <a:ext cx="0" cy="554793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F7D8009-DE2B-6200-9B54-12208006BAC1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223" y="6143934"/>
                    <a:ext cx="3063307" cy="369332"/>
                  </a:xfrm>
                  <a:prstGeom prst="rect">
                    <a:avLst/>
                  </a:prstGeom>
                  <a:solidFill>
                    <a:srgbClr val="61616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r>
                      <a:rPr lang="en-US" altLang="zh-CN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oss Function</a:t>
                    </a:r>
                    <a:r>
                      <a:rPr lang="en-US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: </a:t>
                    </a:r>
                    <a14:m>
                      <m:oMath xmlns:m="http://schemas.openxmlformats.org/officeDocument/2006/math"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</m:e>
                        </m:d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𝒱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</m:e>
                        </m:d>
                      </m:oMath>
                    </a14:m>
                    <a:endParaRPr lang="en-US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F7D8009-DE2B-6200-9B54-12208006B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223" y="6143934"/>
                    <a:ext cx="3063307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590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D58BDB63-D4C9-769B-E1DB-4D2E41F3FF51}"/>
                  </a:ext>
                </a:extLst>
              </p:cNvPr>
              <p:cNvGrpSpPr/>
              <p:nvPr/>
            </p:nvGrpSpPr>
            <p:grpSpPr>
              <a:xfrm>
                <a:off x="487919" y="2254217"/>
                <a:ext cx="6206353" cy="3028805"/>
                <a:chOff x="487919" y="2254217"/>
                <a:chExt cx="6206353" cy="3028805"/>
              </a:xfrm>
            </p:grpSpPr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078E3087-5D05-66A6-67A7-4FC9E24AB0D1}"/>
                    </a:ext>
                  </a:extLst>
                </p:cNvPr>
                <p:cNvSpPr/>
                <p:nvPr/>
              </p:nvSpPr>
              <p:spPr>
                <a:xfrm>
                  <a:off x="506832" y="2478862"/>
                  <a:ext cx="6187440" cy="2804160"/>
                </a:xfrm>
                <a:custGeom>
                  <a:avLst/>
                  <a:gdLst>
                    <a:gd name="csX0" fmla="*/ 0 w 6187440"/>
                    <a:gd name="csY0" fmla="*/ 2804160 h 2804160"/>
                    <a:gd name="csX1" fmla="*/ 0 w 6187440"/>
                    <a:gd name="csY1" fmla="*/ 0 h 2804160"/>
                    <a:gd name="csX2" fmla="*/ 4348480 w 6187440"/>
                    <a:gd name="csY2" fmla="*/ 0 h 2804160"/>
                    <a:gd name="csX3" fmla="*/ 4348480 w 6187440"/>
                    <a:gd name="csY3" fmla="*/ 1183640 h 2804160"/>
                    <a:gd name="csX4" fmla="*/ 6187440 w 6187440"/>
                    <a:gd name="csY4" fmla="*/ 1183640 h 2804160"/>
                    <a:gd name="csX5" fmla="*/ 6187440 w 6187440"/>
                    <a:gd name="csY5" fmla="*/ 2794000 h 2804160"/>
                    <a:gd name="csX6" fmla="*/ 0 w 6187440"/>
                    <a:gd name="csY6" fmla="*/ 2804160 h 28041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6187440" h="2804160">
                      <a:moveTo>
                        <a:pt x="0" y="2804160"/>
                      </a:moveTo>
                      <a:lnTo>
                        <a:pt x="0" y="0"/>
                      </a:lnTo>
                      <a:lnTo>
                        <a:pt x="4348480" y="0"/>
                      </a:lnTo>
                      <a:lnTo>
                        <a:pt x="4348480" y="1183640"/>
                      </a:lnTo>
                      <a:lnTo>
                        <a:pt x="6187440" y="1183640"/>
                      </a:lnTo>
                      <a:lnTo>
                        <a:pt x="6187440" y="2794000"/>
                      </a:lnTo>
                      <a:lnTo>
                        <a:pt x="0" y="280416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1616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0D741B60-E58D-A152-004A-69B17C55B7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919" y="2254217"/>
                      <a:ext cx="2744480" cy="670120"/>
                    </a:xfrm>
                    <a:prstGeom prst="rect">
                      <a:avLst/>
                    </a:prstGeom>
                    <a:solidFill>
                      <a:srgbClr val="616161"/>
                    </a:solidFill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Correction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𝜑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oMath>
                        </m:oMathPara>
                      </a14:m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0D741B60-E58D-A152-004A-69B17C55B77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919" y="2254217"/>
                      <a:ext cx="2744480" cy="6701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5505" b="-9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6436C085-770D-1105-D42C-1DDE15CC3656}"/>
                      </a:ext>
                    </a:extLst>
                  </p:cNvPr>
                  <p:cNvSpPr txBox="1"/>
                  <p:nvPr/>
                </p:nvSpPr>
                <p:spPr>
                  <a:xfrm>
                    <a:off x="918901" y="1880018"/>
                    <a:ext cx="26784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Input:</a:t>
                    </a:r>
                    <a:r>
                      <a:rPr lang="en-US" dirty="0">
                        <a:solidFill>
                          <a:srgbClr val="002060"/>
                        </a:solidFill>
                        <a:cs typeface="Times New Roman" panose="020206030504050203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=3.83,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=6.04</m:t>
                        </m:r>
                      </m:oMath>
                    </a14:m>
                    <a:endParaRPr lang="en-US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6436C085-770D-1105-D42C-1DDE15CC36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8901" y="1880018"/>
                    <a:ext cx="267842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50" t="-9836" b="-229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AD92510F-8695-F295-40FF-D37600AB1D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5813" y="3191789"/>
                <a:ext cx="416077" cy="0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1356A1A0-A0B6-EEE3-1936-26486B6B4717}"/>
                      </a:ext>
                    </a:extLst>
                  </p:cNvPr>
                  <p:cNvSpPr txBox="1"/>
                  <p:nvPr/>
                </p:nvSpPr>
                <p:spPr>
                  <a:xfrm>
                    <a:off x="5011889" y="2842586"/>
                    <a:ext cx="2234651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</a:t>
                    </a:r>
                    <a:r>
                      <a:rPr lang="en-US" altLang="zh-CN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elaxed Solution</a:t>
                    </a:r>
                    <a:r>
                      <a:rPr lang="en-US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:</a:t>
                    </a:r>
                  </a:p>
                  <a:p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=−1.17,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=2.98</m:t>
                        </m:r>
                      </m:oMath>
                    </a14:m>
                    <a:r>
                      <a:rPr lang="en-US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1356A1A0-A0B6-EEE3-1936-26486B6B47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1889" y="2842586"/>
                    <a:ext cx="2234651" cy="6463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452" t="-4717" b="-47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498721F1-704B-83DE-77AB-640C1AFB9BE9}"/>
                  </a:ext>
                </a:extLst>
              </p:cNvPr>
              <p:cNvGrpSpPr/>
              <p:nvPr/>
            </p:nvGrpSpPr>
            <p:grpSpPr>
              <a:xfrm>
                <a:off x="2572075" y="2707332"/>
                <a:ext cx="3115513" cy="1399975"/>
                <a:chOff x="5121468" y="1215129"/>
                <a:chExt cx="3115513" cy="1399976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DF6A1038-5BE3-4558-3912-9AE698A714BF}"/>
                    </a:ext>
                  </a:extLst>
                </p:cNvPr>
                <p:cNvGrpSpPr/>
                <p:nvPr/>
              </p:nvGrpSpPr>
              <p:grpSpPr>
                <a:xfrm>
                  <a:off x="6160105" y="1215129"/>
                  <a:ext cx="985099" cy="1002784"/>
                  <a:chOff x="3224894" y="1926498"/>
                  <a:chExt cx="672646" cy="684722"/>
                </a:xfrm>
              </p:grpSpPr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93D02E36-0BF2-02A3-D92D-DD6F50700B63}"/>
                      </a:ext>
                    </a:extLst>
                  </p:cNvPr>
                  <p:cNvSpPr/>
                  <p:nvPr/>
                </p:nvSpPr>
                <p:spPr>
                  <a:xfrm>
                    <a:off x="3224894" y="1926498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0F05FC78-9830-9C44-6950-97797B7F709F}"/>
                      </a:ext>
                    </a:extLst>
                  </p:cNvPr>
                  <p:cNvSpPr/>
                  <p:nvPr/>
                </p:nvSpPr>
                <p:spPr>
                  <a:xfrm>
                    <a:off x="3224894" y="2194334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9D6052B9-9E0A-4CDB-AD39-AF33991F938B}"/>
                      </a:ext>
                    </a:extLst>
                  </p:cNvPr>
                  <p:cNvSpPr/>
                  <p:nvPr/>
                </p:nvSpPr>
                <p:spPr>
                  <a:xfrm>
                    <a:off x="3224894" y="2460180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C4F46F62-6C91-1139-729F-BEA7BD070AAB}"/>
                      </a:ext>
                    </a:extLst>
                  </p:cNvPr>
                  <p:cNvSpPr/>
                  <p:nvPr/>
                </p:nvSpPr>
                <p:spPr>
                  <a:xfrm>
                    <a:off x="3503840" y="1926498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002060"/>
                      </a:solidFill>
                    </a:endParaRPr>
                  </a:p>
                </p:txBody>
              </p:sp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515E7E07-E894-A1B9-7F40-394D255101D2}"/>
                      </a:ext>
                    </a:extLst>
                  </p:cNvPr>
                  <p:cNvSpPr/>
                  <p:nvPr/>
                </p:nvSpPr>
                <p:spPr>
                  <a:xfrm>
                    <a:off x="3503840" y="2194334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4B257842-FF46-2D71-3211-C175156C0287}"/>
                      </a:ext>
                    </a:extLst>
                  </p:cNvPr>
                  <p:cNvSpPr/>
                  <p:nvPr/>
                </p:nvSpPr>
                <p:spPr>
                  <a:xfrm>
                    <a:off x="3503840" y="2460180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B3B8D183-3160-D31A-B179-65DBDED5092C}"/>
                      </a:ext>
                    </a:extLst>
                  </p:cNvPr>
                  <p:cNvSpPr/>
                  <p:nvPr/>
                </p:nvSpPr>
                <p:spPr>
                  <a:xfrm>
                    <a:off x="3746500" y="2043294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60C568F2-BCEA-EAF8-F08D-00CD97CD67D6}"/>
                      </a:ext>
                    </a:extLst>
                  </p:cNvPr>
                  <p:cNvSpPr/>
                  <p:nvPr/>
                </p:nvSpPr>
                <p:spPr>
                  <a:xfrm>
                    <a:off x="3746500" y="2311130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2C7D591A-BDB7-EA6E-93CF-25C93FF46CF4}"/>
                      </a:ext>
                    </a:extLst>
                  </p:cNvPr>
                  <p:cNvCxnSpPr>
                    <a:cxnSpLocks/>
                    <a:stCxn id="64" idx="6"/>
                    <a:endCxn id="68" idx="2"/>
                  </p:cNvCxnSpPr>
                  <p:nvPr/>
                </p:nvCxnSpPr>
                <p:spPr>
                  <a:xfrm>
                    <a:off x="3375934" y="2002018"/>
                    <a:ext cx="127906" cy="26783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3B6D2496-2CE0-2041-8312-F296CA993AD4}"/>
                      </a:ext>
                    </a:extLst>
                  </p:cNvPr>
                  <p:cNvCxnSpPr>
                    <a:cxnSpLocks/>
                    <a:stCxn id="64" idx="6"/>
                    <a:endCxn id="67" idx="2"/>
                  </p:cNvCxnSpPr>
                  <p:nvPr/>
                </p:nvCxnSpPr>
                <p:spPr>
                  <a:xfrm>
                    <a:off x="3375934" y="2002018"/>
                    <a:ext cx="127906" cy="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9419B6C3-06DD-1AD7-4EEC-237027CB7B80}"/>
                      </a:ext>
                    </a:extLst>
                  </p:cNvPr>
                  <p:cNvCxnSpPr>
                    <a:cxnSpLocks/>
                    <a:stCxn id="64" idx="6"/>
                    <a:endCxn id="69" idx="2"/>
                  </p:cNvCxnSpPr>
                  <p:nvPr/>
                </p:nvCxnSpPr>
                <p:spPr>
                  <a:xfrm>
                    <a:off x="3375934" y="2002018"/>
                    <a:ext cx="127906" cy="533682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533EFF6D-A44F-9D14-BE18-79974036D9E7}"/>
                      </a:ext>
                    </a:extLst>
                  </p:cNvPr>
                  <p:cNvCxnSpPr>
                    <a:cxnSpLocks/>
                    <a:stCxn id="65" idx="6"/>
                    <a:endCxn id="67" idx="2"/>
                  </p:cNvCxnSpPr>
                  <p:nvPr/>
                </p:nvCxnSpPr>
                <p:spPr>
                  <a:xfrm flipV="1">
                    <a:off x="3375934" y="2002018"/>
                    <a:ext cx="127906" cy="26783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32DE2688-D59E-3FCC-F58E-3DE04D2163EF}"/>
                      </a:ext>
                    </a:extLst>
                  </p:cNvPr>
                  <p:cNvCxnSpPr>
                    <a:cxnSpLocks/>
                    <a:stCxn id="65" idx="6"/>
                    <a:endCxn id="68" idx="2"/>
                  </p:cNvCxnSpPr>
                  <p:nvPr/>
                </p:nvCxnSpPr>
                <p:spPr>
                  <a:xfrm>
                    <a:off x="3375934" y="2269854"/>
                    <a:ext cx="127906" cy="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AE3467F6-FE1C-FB07-B31E-FA0DEC8A273C}"/>
                      </a:ext>
                    </a:extLst>
                  </p:cNvPr>
                  <p:cNvCxnSpPr>
                    <a:cxnSpLocks/>
                    <a:stCxn id="65" idx="6"/>
                    <a:endCxn id="69" idx="2"/>
                  </p:cNvCxnSpPr>
                  <p:nvPr/>
                </p:nvCxnSpPr>
                <p:spPr>
                  <a:xfrm>
                    <a:off x="3375934" y="2269854"/>
                    <a:ext cx="127906" cy="26584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6B4186E3-1D6E-07BF-6B3E-4A6E6B9965D3}"/>
                      </a:ext>
                    </a:extLst>
                  </p:cNvPr>
                  <p:cNvCxnSpPr>
                    <a:cxnSpLocks/>
                    <a:stCxn id="66" idx="6"/>
                    <a:endCxn id="67" idx="2"/>
                  </p:cNvCxnSpPr>
                  <p:nvPr/>
                </p:nvCxnSpPr>
                <p:spPr>
                  <a:xfrm flipV="1">
                    <a:off x="3375934" y="2002018"/>
                    <a:ext cx="127906" cy="533682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9DF91304-F36A-E127-FD4F-4860C3A5AA7D}"/>
                      </a:ext>
                    </a:extLst>
                  </p:cNvPr>
                  <p:cNvCxnSpPr>
                    <a:cxnSpLocks/>
                    <a:stCxn id="66" idx="6"/>
                    <a:endCxn id="68" idx="2"/>
                  </p:cNvCxnSpPr>
                  <p:nvPr/>
                </p:nvCxnSpPr>
                <p:spPr>
                  <a:xfrm flipV="1">
                    <a:off x="3375934" y="2269854"/>
                    <a:ext cx="127906" cy="26584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F6EE3AEB-7C4F-C27F-F54C-AD6A089D0625}"/>
                      </a:ext>
                    </a:extLst>
                  </p:cNvPr>
                  <p:cNvCxnSpPr>
                    <a:cxnSpLocks/>
                    <a:stCxn id="66" idx="6"/>
                    <a:endCxn id="69" idx="2"/>
                  </p:cNvCxnSpPr>
                  <p:nvPr/>
                </p:nvCxnSpPr>
                <p:spPr>
                  <a:xfrm>
                    <a:off x="3375934" y="2535700"/>
                    <a:ext cx="127906" cy="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2204965D-B153-12A5-4083-CD4A95F2D244}"/>
                      </a:ext>
                    </a:extLst>
                  </p:cNvPr>
                  <p:cNvCxnSpPr>
                    <a:cxnSpLocks/>
                    <a:stCxn id="67" idx="6"/>
                    <a:endCxn id="70" idx="2"/>
                  </p:cNvCxnSpPr>
                  <p:nvPr/>
                </p:nvCxnSpPr>
                <p:spPr>
                  <a:xfrm>
                    <a:off x="3654880" y="2002018"/>
                    <a:ext cx="91620" cy="11679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F443A180-D14B-4944-9B24-AC8CA1192873}"/>
                      </a:ext>
                    </a:extLst>
                  </p:cNvPr>
                  <p:cNvCxnSpPr>
                    <a:cxnSpLocks/>
                    <a:stCxn id="67" idx="6"/>
                    <a:endCxn id="71" idx="2"/>
                  </p:cNvCxnSpPr>
                  <p:nvPr/>
                </p:nvCxnSpPr>
                <p:spPr>
                  <a:xfrm>
                    <a:off x="3654880" y="2002018"/>
                    <a:ext cx="91620" cy="384632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552DB404-D700-93A5-3D04-39E38EE421D1}"/>
                      </a:ext>
                    </a:extLst>
                  </p:cNvPr>
                  <p:cNvCxnSpPr>
                    <a:cxnSpLocks/>
                    <a:stCxn id="68" idx="6"/>
                    <a:endCxn id="70" idx="2"/>
                  </p:cNvCxnSpPr>
                  <p:nvPr/>
                </p:nvCxnSpPr>
                <p:spPr>
                  <a:xfrm flipV="1">
                    <a:off x="3654880" y="2118814"/>
                    <a:ext cx="91620" cy="15104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3A74D4ED-1B5A-5678-1097-AFB16A337407}"/>
                      </a:ext>
                    </a:extLst>
                  </p:cNvPr>
                  <p:cNvCxnSpPr>
                    <a:cxnSpLocks/>
                    <a:stCxn id="68" idx="6"/>
                    <a:endCxn id="71" idx="2"/>
                  </p:cNvCxnSpPr>
                  <p:nvPr/>
                </p:nvCxnSpPr>
                <p:spPr>
                  <a:xfrm>
                    <a:off x="3654880" y="2269854"/>
                    <a:ext cx="91620" cy="11679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3D8D3104-17D3-BF94-B793-94E47A51983F}"/>
                      </a:ext>
                    </a:extLst>
                  </p:cNvPr>
                  <p:cNvCxnSpPr>
                    <a:cxnSpLocks/>
                    <a:stCxn id="71" idx="2"/>
                    <a:endCxn id="69" idx="6"/>
                  </p:cNvCxnSpPr>
                  <p:nvPr/>
                </p:nvCxnSpPr>
                <p:spPr>
                  <a:xfrm flipH="1">
                    <a:off x="3654880" y="2386650"/>
                    <a:ext cx="91620" cy="14905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556E64D4-21D7-8117-559F-C6246CCCD8ED}"/>
                      </a:ext>
                    </a:extLst>
                  </p:cNvPr>
                  <p:cNvCxnSpPr>
                    <a:cxnSpLocks/>
                    <a:stCxn id="69" idx="6"/>
                    <a:endCxn id="70" idx="2"/>
                  </p:cNvCxnSpPr>
                  <p:nvPr/>
                </p:nvCxnSpPr>
                <p:spPr>
                  <a:xfrm flipV="1">
                    <a:off x="3654880" y="2118814"/>
                    <a:ext cx="91620" cy="416886"/>
                  </a:xfrm>
                  <a:prstGeom prst="line">
                    <a:avLst/>
                  </a:prstGeom>
                  <a:solidFill>
                    <a:srgbClr val="616161"/>
                  </a:solidFill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DEEA4D65-171C-ABB7-8FEC-78A5229E7D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21468" y="2221984"/>
                      <a:ext cx="3115513" cy="3931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</a:t>
                      </a:r>
                      <a:r>
                        <a:rPr lang="en-US" dirty="0">
                          <a:solidFill>
                            <a:srgbClr val="616161"/>
                          </a:solidFill>
                          <a:cs typeface="Times New Roman" panose="02020603050405020304" pitchFamily="18" charset="0"/>
                        </a:rPr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oMath>
                      </a14:m>
                      <a:endParaRPr lang="en-US" b="1" dirty="0">
                        <a:solidFill>
                          <a:srgbClr val="61616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DEEA4D65-171C-ABB7-8FEC-78A5229E7D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21468" y="2221984"/>
                      <a:ext cx="3115513" cy="39312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96" t="-7692" r="-3131" b="-16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545FA8CE-D7F2-BBCC-708B-C6421E60A3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22884" y="3191789"/>
                <a:ext cx="435664" cy="0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D8814248-EF3D-FE19-B72D-C146F2A6761F}"/>
                      </a:ext>
                    </a:extLst>
                  </p:cNvPr>
                  <p:cNvSpPr txBox="1"/>
                  <p:nvPr/>
                </p:nvSpPr>
                <p:spPr>
                  <a:xfrm>
                    <a:off x="829601" y="2874593"/>
                    <a:ext cx="2498826" cy="66826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Hidden State: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=−0.68,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=9.49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D8814248-EF3D-FE19-B72D-C146F2A676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9601" y="2874593"/>
                    <a:ext cx="2498826" cy="66826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195" t="-4545" b="-9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AAB5C5D4-2523-DBCB-45F5-D78319FA57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2583" y="3488915"/>
                <a:ext cx="0" cy="618392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C82DE0D0-FEC9-5EC0-A3C2-1E03E8CCED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0618" y="3488915"/>
                <a:ext cx="0" cy="618392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5B5E215E-F97D-1DC7-53F4-798AD2FD5A9E}"/>
                  </a:ext>
                </a:extLst>
              </p:cNvPr>
              <p:cNvGrpSpPr/>
              <p:nvPr/>
            </p:nvGrpSpPr>
            <p:grpSpPr>
              <a:xfrm>
                <a:off x="1150090" y="4165089"/>
                <a:ext cx="5406857" cy="985719"/>
                <a:chOff x="1150090" y="4165089"/>
                <a:chExt cx="5406857" cy="985719"/>
              </a:xfrm>
            </p:grpSpPr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6C2161CD-0504-385F-8CF9-B74608F424DD}"/>
                    </a:ext>
                  </a:extLst>
                </p:cNvPr>
                <p:cNvGrpSpPr/>
                <p:nvPr/>
              </p:nvGrpSpPr>
              <p:grpSpPr>
                <a:xfrm>
                  <a:off x="1220749" y="4165089"/>
                  <a:ext cx="5336198" cy="985719"/>
                  <a:chOff x="1220749" y="4165089"/>
                  <a:chExt cx="5336198" cy="985719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4" name="TextBox 93">
                        <a:extLst>
                          <a:ext uri="{FF2B5EF4-FFF2-40B4-BE49-F238E27FC236}">
                            <a16:creationId xmlns:a16="http://schemas.microsoft.com/office/drawing/2014/main" id="{3FA4F417-0FDC-7B8B-7727-E57BFBA6CB8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20749" y="4340734"/>
                        <a:ext cx="2595903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b="1" dirty="0">
                            <a:solidFill>
                              <a:srgbClr val="61616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Update Continuous Var:</a:t>
                        </a:r>
                      </a:p>
                      <a:p>
                        <a:r>
                          <a:rPr lang="en-US" dirty="0">
                            <a:solidFill>
                              <a:srgbClr val="002060"/>
                            </a:solidFill>
                            <a:cs typeface="Times New Roman" panose="02020603050405020304" pitchFamily="18" charset="0"/>
                          </a:rPr>
                          <a:t>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=−1.85</m:t>
                            </m:r>
                          </m:oMath>
                        </a14:m>
                        <a:r>
                          <a:rPr lang="en-US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 </a:t>
                        </a:r>
                      </a:p>
                    </p:txBody>
                  </p:sp>
                </mc:Choice>
                <mc:Fallback>
                  <p:sp>
                    <p:nvSpPr>
                      <p:cNvPr id="94" name="TextBox 93">
                        <a:extLst>
                          <a:ext uri="{FF2B5EF4-FFF2-40B4-BE49-F238E27FC236}">
                            <a16:creationId xmlns:a16="http://schemas.microsoft.com/office/drawing/2014/main" id="{3FA4F417-0FDC-7B8B-7727-E57BFBA6CB8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20749" y="4340734"/>
                        <a:ext cx="2595903" cy="646331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1878" t="-5660" r="-140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A44D8525-2FFE-034F-F2AF-92F0B596AE97}"/>
                      </a:ext>
                    </a:extLst>
                  </p:cNvPr>
                  <p:cNvGrpSpPr/>
                  <p:nvPr/>
                </p:nvGrpSpPr>
                <p:grpSpPr>
                  <a:xfrm>
                    <a:off x="3857047" y="4165089"/>
                    <a:ext cx="2699900" cy="985719"/>
                    <a:chOff x="3857047" y="4165089"/>
                    <a:chExt cx="2699900" cy="985719"/>
                  </a:xfrm>
                </p:grpSpPr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3EF5EB99-BB2A-8646-5B2F-E6B607FAA8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57047" y="4194593"/>
                      <a:ext cx="2699900" cy="956215"/>
                    </a:xfrm>
                    <a:prstGeom prst="rect">
                      <a:avLst/>
                    </a:prstGeom>
                    <a:solidFill>
                      <a:schemeClr val="tx2">
                        <a:lumMod val="10000"/>
                        <a:lumOff val="9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id="{B774FE7A-848C-ACD3-93DE-1FC898E7720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907580" y="4463888"/>
                          <a:ext cx="2345194" cy="64530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=2.98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=9.49</m:t>
                                    </m:r>
                                  </m:e>
                                </m:mr>
                              </m:m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⟹</m:t>
                              </m:r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p:txBody>
                    </p:sp>
                  </mc:Choice>
                  <mc:Fallback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id="{B774FE7A-848C-ACD3-93DE-1FC898E7720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07580" y="4463888"/>
                          <a:ext cx="2345194" cy="645305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95" name="TextBox 94">
                      <a:extLst>
                        <a:ext uri="{FF2B5EF4-FFF2-40B4-BE49-F238E27FC236}">
                          <a16:creationId xmlns:a16="http://schemas.microsoft.com/office/drawing/2014/main" id="{11313FF0-6D59-F355-BA5E-F0101C4249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07580" y="4165089"/>
                      <a:ext cx="211724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 Integer Var:</a:t>
                      </a:r>
                    </a:p>
                  </p:txBody>
                </p:sp>
              </p:grpSp>
            </p:grp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375FCD53-F475-3984-2F5A-BF2292B59CE4}"/>
                    </a:ext>
                  </a:extLst>
                </p:cNvPr>
                <p:cNvSpPr/>
                <p:nvPr/>
              </p:nvSpPr>
              <p:spPr>
                <a:xfrm>
                  <a:off x="1150090" y="4185473"/>
                  <a:ext cx="5406856" cy="961102"/>
                </a:xfrm>
                <a:prstGeom prst="rect">
                  <a:avLst/>
                </a:prstGeom>
                <a:noFill/>
                <a:ln w="28575">
                  <a:solidFill>
                    <a:srgbClr val="61616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25E5E351-E580-11AF-EAE1-12F4A39CA5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7338" y="2254217"/>
                <a:ext cx="328234" cy="444524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63C5D710-1CFE-ABBB-4415-E5C13F8E79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9187" y="5196048"/>
                <a:ext cx="0" cy="309154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658D0651-0701-AE32-CDA6-8CE3E601F3B1}"/>
                      </a:ext>
                    </a:extLst>
                  </p:cNvPr>
                  <p:cNvSpPr txBox="1"/>
                  <p:nvPr/>
                </p:nvSpPr>
                <p:spPr>
                  <a:xfrm>
                    <a:off x="1855323" y="5422072"/>
                    <a:ext cx="42820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</a:t>
                    </a:r>
                    <a:r>
                      <a:rPr lang="en-US" altLang="zh-CN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ixed-Integer Solution</a:t>
                    </a:r>
                    <a:r>
                      <a:rPr lang="en-US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: </a:t>
                    </a:r>
                    <a14:m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=−1.85,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y</m:t>
                            </m:r>
                          </m:e>
                        </m:acc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=3</m:t>
                        </m:r>
                      </m:oMath>
                    </a14:m>
                    <a:r>
                      <a:rPr lang="en-US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658D0651-0701-AE32-CDA6-8CE3E601F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5323" y="5422072"/>
                    <a:ext cx="428208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138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BE0CE010-09D0-3933-F8B4-F75531CC3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6054" y="5799871"/>
                <a:ext cx="0" cy="309154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2F1ECB74-40E8-9956-BEDF-70A857389BFB}"/>
                  </a:ext>
                </a:extLst>
              </p:cNvPr>
              <p:cNvGrpSpPr/>
              <p:nvPr/>
            </p:nvGrpSpPr>
            <p:grpSpPr>
              <a:xfrm>
                <a:off x="479112" y="771578"/>
                <a:ext cx="3572024" cy="1038106"/>
                <a:chOff x="2090057" y="2155374"/>
                <a:chExt cx="3352800" cy="1002784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1" name="TextBox 100">
                      <a:extLst>
                        <a:ext uri="{FF2B5EF4-FFF2-40B4-BE49-F238E27FC236}">
                          <a16:creationId xmlns:a16="http://schemas.microsoft.com/office/drawing/2014/main" id="{E4707351-4447-FA4D-0A1A-27179C6B6D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0136" y="2215270"/>
                      <a:ext cx="3069370" cy="88454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unc>
                              <m:funcPr>
                                <m:ctrlPr>
                                  <a:rPr lang="en-US" i="1">
                                    <a:solidFill>
                                      <a:srgbClr val="AEAEA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ℝ</m:t>
                                    </m:r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ℤ</m:t>
                                    </m:r>
                                  </m:lim>
                                </m:limLow>
                              </m:fName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AEAEA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AEAEA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AEAEA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AEAEA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solidFill>
                                      <a:srgbClr val="AEAEAE"/>
                                    </a:solidFill>
                                    <a:latin typeface="Cambria Math" panose="02040503050406030204" pitchFamily="18" charset="0"/>
                                  </a:rPr>
                                  <m:t>+50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AEAEA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AEAEA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AEAEA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solidFill>
                                                  <a:srgbClr val="AEAEAE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AEAEAE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solidFill>
                                                  <a:srgbClr val="AEAEAE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rgbClr val="AEAEA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func>
                          </m:oMath>
                        </m:oMathPara>
                      </a14:m>
                      <a:endParaRPr lang="en-US" dirty="0">
                        <a:solidFill>
                          <a:srgbClr val="AEAEAE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</a:rPr>
                              <m:t>.  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AEAEA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AEAEA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AEAEA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AEAEA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AEAEAE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AEAEAE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≤0, 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solidFill>
                                  <a:srgbClr val="AEAE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oMath>
                        </m:oMathPara>
                      </a14:m>
                      <a:endParaRPr lang="en-US" dirty="0">
                        <a:solidFill>
                          <a:srgbClr val="AEAEAE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01" name="TextBox 100">
                      <a:extLst>
                        <a:ext uri="{FF2B5EF4-FFF2-40B4-BE49-F238E27FC236}">
                          <a16:creationId xmlns:a16="http://schemas.microsoft.com/office/drawing/2014/main" id="{E4707351-4447-FA4D-0A1A-27179C6B6D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10136" y="2215270"/>
                      <a:ext cx="3069370" cy="88454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7600D543-BF8D-F555-DCAC-F1B2F2E9F40B}"/>
                    </a:ext>
                  </a:extLst>
                </p:cNvPr>
                <p:cNvSpPr/>
                <p:nvPr/>
              </p:nvSpPr>
              <p:spPr>
                <a:xfrm>
                  <a:off x="2090057" y="2155374"/>
                  <a:ext cx="3352800" cy="1002784"/>
                </a:xfrm>
                <a:prstGeom prst="roundRect">
                  <a:avLst/>
                </a:prstGeom>
                <a:ln w="28575">
                  <a:solidFill>
                    <a:srgbClr val="AEAEAE"/>
                  </a:solidFill>
                  <a:prstDash val="dash"/>
                  <a:headEnd type="triangl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186BBA9D-759F-225F-DAA2-FA1191F85B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97338" y="2054869"/>
                <a:ext cx="643105" cy="16472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E5634653-4B85-837F-3D3F-248D7EBBE7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2593" y="2423181"/>
                <a:ext cx="0" cy="480151"/>
              </a:xfrm>
              <a:prstGeom prst="straightConnector1">
                <a:avLst/>
              </a:prstGeom>
              <a:ln w="38100">
                <a:solidFill>
                  <a:srgbClr val="A6CAE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845AC7CB-2E2A-AD8D-B43A-C009413F5BA4}"/>
                  </a:ext>
                </a:extLst>
              </p:cNvPr>
              <p:cNvGrpSpPr/>
              <p:nvPr/>
            </p:nvGrpSpPr>
            <p:grpSpPr>
              <a:xfrm>
                <a:off x="4310402" y="699523"/>
                <a:ext cx="2903480" cy="1695052"/>
                <a:chOff x="3876577" y="35292"/>
                <a:chExt cx="2903480" cy="169505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91D14917-0491-06BB-5746-E10D908C7C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76577" y="1060224"/>
                      <a:ext cx="2903480" cy="670120"/>
                    </a:xfrm>
                    <a:prstGeom prst="rect">
                      <a:avLst/>
                    </a:prstGeom>
                    <a:solidFill>
                      <a:srgbClr val="616161"/>
                    </a:solidFill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elaxed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Map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ping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d>
                          </m:oMath>
                        </m:oMathPara>
                      </a14:m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91D14917-0491-06BB-5746-E10D908C7C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76577" y="1060224"/>
                      <a:ext cx="2903480" cy="67012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10" t="-5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49E57AB4-82A5-8002-5381-94FD65F68C73}"/>
                    </a:ext>
                  </a:extLst>
                </p:cNvPr>
                <p:cNvGrpSpPr/>
                <p:nvPr/>
              </p:nvGrpSpPr>
              <p:grpSpPr>
                <a:xfrm>
                  <a:off x="4835767" y="35292"/>
                  <a:ext cx="985099" cy="1002783"/>
                  <a:chOff x="3224894" y="1926498"/>
                  <a:chExt cx="672646" cy="684722"/>
                </a:xfrm>
              </p:grpSpPr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18181E01-04FB-460A-FAE7-662DAE26B2B0}"/>
                      </a:ext>
                    </a:extLst>
                  </p:cNvPr>
                  <p:cNvSpPr/>
                  <p:nvPr/>
                </p:nvSpPr>
                <p:spPr>
                  <a:xfrm>
                    <a:off x="3224894" y="1926498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2190B4BC-B122-E8EB-87A7-75F86D5C2889}"/>
                      </a:ext>
                    </a:extLst>
                  </p:cNvPr>
                  <p:cNvSpPr/>
                  <p:nvPr/>
                </p:nvSpPr>
                <p:spPr>
                  <a:xfrm>
                    <a:off x="3224894" y="2194334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66E64F08-9F66-346C-E619-C02CD261D7A2}"/>
                      </a:ext>
                    </a:extLst>
                  </p:cNvPr>
                  <p:cNvSpPr/>
                  <p:nvPr/>
                </p:nvSpPr>
                <p:spPr>
                  <a:xfrm>
                    <a:off x="3224894" y="2460180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19C73DA5-5BD3-900F-3184-84108FE2956B}"/>
                      </a:ext>
                    </a:extLst>
                  </p:cNvPr>
                  <p:cNvSpPr/>
                  <p:nvPr/>
                </p:nvSpPr>
                <p:spPr>
                  <a:xfrm>
                    <a:off x="3503840" y="1926498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002060"/>
                      </a:solidFill>
                    </a:endParaRPr>
                  </a:p>
                </p:txBody>
              </p: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78549AF3-75BF-6F5D-9A50-451C5CE1BF1E}"/>
                      </a:ext>
                    </a:extLst>
                  </p:cNvPr>
                  <p:cNvSpPr/>
                  <p:nvPr/>
                </p:nvSpPr>
                <p:spPr>
                  <a:xfrm>
                    <a:off x="3503840" y="2194334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D761E75A-1520-51F3-B97B-FD049CBF3699}"/>
                      </a:ext>
                    </a:extLst>
                  </p:cNvPr>
                  <p:cNvSpPr/>
                  <p:nvPr/>
                </p:nvSpPr>
                <p:spPr>
                  <a:xfrm>
                    <a:off x="3503840" y="2460180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997ABB4A-D175-CAA9-59A3-3BC4C7ACD1C9}"/>
                      </a:ext>
                    </a:extLst>
                  </p:cNvPr>
                  <p:cNvSpPr/>
                  <p:nvPr/>
                </p:nvSpPr>
                <p:spPr>
                  <a:xfrm>
                    <a:off x="3746500" y="2043294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E985E413-DBCE-0F87-F36E-0A9B184D601C}"/>
                      </a:ext>
                    </a:extLst>
                  </p:cNvPr>
                  <p:cNvSpPr/>
                  <p:nvPr/>
                </p:nvSpPr>
                <p:spPr>
                  <a:xfrm>
                    <a:off x="3746500" y="2311130"/>
                    <a:ext cx="151040" cy="151040"/>
                  </a:xfrm>
                  <a:prstGeom prst="ellipse">
                    <a:avLst/>
                  </a:prstGeom>
                  <a:solidFill>
                    <a:srgbClr val="6161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9B0A1B61-E753-CA88-919D-F622F3BCA01B}"/>
                      </a:ext>
                    </a:extLst>
                  </p:cNvPr>
                  <p:cNvCxnSpPr>
                    <a:cxnSpLocks/>
                    <a:stCxn id="108" idx="6"/>
                    <a:endCxn id="112" idx="2"/>
                  </p:cNvCxnSpPr>
                  <p:nvPr/>
                </p:nvCxnSpPr>
                <p:spPr>
                  <a:xfrm>
                    <a:off x="3375934" y="2002018"/>
                    <a:ext cx="127906" cy="26783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>
                    <a:extLst>
                      <a:ext uri="{FF2B5EF4-FFF2-40B4-BE49-F238E27FC236}">
                        <a16:creationId xmlns:a16="http://schemas.microsoft.com/office/drawing/2014/main" id="{D884BB78-1F9F-5E6B-72C3-83489FC304D3}"/>
                      </a:ext>
                    </a:extLst>
                  </p:cNvPr>
                  <p:cNvCxnSpPr>
                    <a:cxnSpLocks/>
                    <a:stCxn id="108" idx="6"/>
                    <a:endCxn id="111" idx="2"/>
                  </p:cNvCxnSpPr>
                  <p:nvPr/>
                </p:nvCxnSpPr>
                <p:spPr>
                  <a:xfrm>
                    <a:off x="3375934" y="2002018"/>
                    <a:ext cx="127906" cy="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FFF7759E-100C-88AA-0958-6EC0536C3258}"/>
                      </a:ext>
                    </a:extLst>
                  </p:cNvPr>
                  <p:cNvCxnSpPr>
                    <a:cxnSpLocks/>
                    <a:stCxn id="108" idx="6"/>
                    <a:endCxn id="113" idx="2"/>
                  </p:cNvCxnSpPr>
                  <p:nvPr/>
                </p:nvCxnSpPr>
                <p:spPr>
                  <a:xfrm>
                    <a:off x="3375934" y="2002018"/>
                    <a:ext cx="127906" cy="533682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7FD8E1BD-B56D-BAA4-1D88-45750706044D}"/>
                      </a:ext>
                    </a:extLst>
                  </p:cNvPr>
                  <p:cNvCxnSpPr>
                    <a:cxnSpLocks/>
                    <a:stCxn id="109" idx="6"/>
                    <a:endCxn id="111" idx="2"/>
                  </p:cNvCxnSpPr>
                  <p:nvPr/>
                </p:nvCxnSpPr>
                <p:spPr>
                  <a:xfrm flipV="1">
                    <a:off x="3375934" y="2002018"/>
                    <a:ext cx="127906" cy="26783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3F09289F-9BA2-C588-7816-70C1F7154B90}"/>
                      </a:ext>
                    </a:extLst>
                  </p:cNvPr>
                  <p:cNvCxnSpPr>
                    <a:cxnSpLocks/>
                    <a:stCxn id="109" idx="6"/>
                    <a:endCxn id="112" idx="2"/>
                  </p:cNvCxnSpPr>
                  <p:nvPr/>
                </p:nvCxnSpPr>
                <p:spPr>
                  <a:xfrm>
                    <a:off x="3375934" y="2269854"/>
                    <a:ext cx="127906" cy="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CA70729D-72AB-2CEF-84D2-74B30D378C56}"/>
                      </a:ext>
                    </a:extLst>
                  </p:cNvPr>
                  <p:cNvCxnSpPr>
                    <a:cxnSpLocks/>
                    <a:stCxn id="109" idx="6"/>
                    <a:endCxn id="113" idx="2"/>
                  </p:cNvCxnSpPr>
                  <p:nvPr/>
                </p:nvCxnSpPr>
                <p:spPr>
                  <a:xfrm>
                    <a:off x="3375934" y="2269854"/>
                    <a:ext cx="127906" cy="26584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9214469C-D1C6-7706-0D18-2DBF911F1B51}"/>
                      </a:ext>
                    </a:extLst>
                  </p:cNvPr>
                  <p:cNvCxnSpPr>
                    <a:cxnSpLocks/>
                    <a:stCxn id="110" idx="6"/>
                    <a:endCxn id="111" idx="2"/>
                  </p:cNvCxnSpPr>
                  <p:nvPr/>
                </p:nvCxnSpPr>
                <p:spPr>
                  <a:xfrm flipV="1">
                    <a:off x="3375934" y="2002018"/>
                    <a:ext cx="127906" cy="533682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7FD16A86-B5A0-3877-C868-B95070F6B4B3}"/>
                      </a:ext>
                    </a:extLst>
                  </p:cNvPr>
                  <p:cNvCxnSpPr>
                    <a:cxnSpLocks/>
                    <a:stCxn id="110" idx="6"/>
                    <a:endCxn id="112" idx="2"/>
                  </p:cNvCxnSpPr>
                  <p:nvPr/>
                </p:nvCxnSpPr>
                <p:spPr>
                  <a:xfrm flipV="1">
                    <a:off x="3375934" y="2269854"/>
                    <a:ext cx="127906" cy="26584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253371A5-2188-8012-AC63-05DF7BBB1180}"/>
                      </a:ext>
                    </a:extLst>
                  </p:cNvPr>
                  <p:cNvCxnSpPr>
                    <a:cxnSpLocks/>
                    <a:stCxn id="110" idx="6"/>
                    <a:endCxn id="113" idx="2"/>
                  </p:cNvCxnSpPr>
                  <p:nvPr/>
                </p:nvCxnSpPr>
                <p:spPr>
                  <a:xfrm>
                    <a:off x="3375934" y="2535700"/>
                    <a:ext cx="127906" cy="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12C3BCAE-EDFD-3115-80F8-018CDBF20838}"/>
                      </a:ext>
                    </a:extLst>
                  </p:cNvPr>
                  <p:cNvCxnSpPr>
                    <a:cxnSpLocks/>
                    <a:stCxn id="111" idx="6"/>
                    <a:endCxn id="114" idx="2"/>
                  </p:cNvCxnSpPr>
                  <p:nvPr/>
                </p:nvCxnSpPr>
                <p:spPr>
                  <a:xfrm>
                    <a:off x="3654880" y="2002018"/>
                    <a:ext cx="91620" cy="11679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53D898DB-15EF-9900-B777-AACF8A90A8CF}"/>
                      </a:ext>
                    </a:extLst>
                  </p:cNvPr>
                  <p:cNvCxnSpPr>
                    <a:cxnSpLocks/>
                    <a:stCxn id="111" idx="6"/>
                    <a:endCxn id="115" idx="2"/>
                  </p:cNvCxnSpPr>
                  <p:nvPr/>
                </p:nvCxnSpPr>
                <p:spPr>
                  <a:xfrm>
                    <a:off x="3654880" y="2002018"/>
                    <a:ext cx="91620" cy="384632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C12A24D6-ED0D-A296-2C75-70470483F3EB}"/>
                      </a:ext>
                    </a:extLst>
                  </p:cNvPr>
                  <p:cNvCxnSpPr>
                    <a:cxnSpLocks/>
                    <a:stCxn id="112" idx="6"/>
                    <a:endCxn id="114" idx="2"/>
                  </p:cNvCxnSpPr>
                  <p:nvPr/>
                </p:nvCxnSpPr>
                <p:spPr>
                  <a:xfrm flipV="1">
                    <a:off x="3654880" y="2118814"/>
                    <a:ext cx="91620" cy="15104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FDE393B3-42DA-0999-2508-0770EA01ABB3}"/>
                      </a:ext>
                    </a:extLst>
                  </p:cNvPr>
                  <p:cNvCxnSpPr>
                    <a:cxnSpLocks/>
                    <a:stCxn id="112" idx="6"/>
                    <a:endCxn id="115" idx="2"/>
                  </p:cNvCxnSpPr>
                  <p:nvPr/>
                </p:nvCxnSpPr>
                <p:spPr>
                  <a:xfrm>
                    <a:off x="3654880" y="2269854"/>
                    <a:ext cx="91620" cy="116796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0E36DC52-CE64-5D83-79D2-BB240EE7A6FF}"/>
                      </a:ext>
                    </a:extLst>
                  </p:cNvPr>
                  <p:cNvCxnSpPr>
                    <a:cxnSpLocks/>
                    <a:stCxn id="115" idx="2"/>
                    <a:endCxn id="113" idx="6"/>
                  </p:cNvCxnSpPr>
                  <p:nvPr/>
                </p:nvCxnSpPr>
                <p:spPr>
                  <a:xfrm flipH="1">
                    <a:off x="3654880" y="2386650"/>
                    <a:ext cx="91620" cy="149050"/>
                  </a:xfrm>
                  <a:prstGeom prst="line">
                    <a:avLst/>
                  </a:prstGeom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67D21474-5654-1213-34D9-BEF6536E9F28}"/>
                      </a:ext>
                    </a:extLst>
                  </p:cNvPr>
                  <p:cNvCxnSpPr>
                    <a:cxnSpLocks/>
                    <a:stCxn id="113" idx="6"/>
                    <a:endCxn id="114" idx="2"/>
                  </p:cNvCxnSpPr>
                  <p:nvPr/>
                </p:nvCxnSpPr>
                <p:spPr>
                  <a:xfrm flipV="1">
                    <a:off x="3654880" y="2118814"/>
                    <a:ext cx="91620" cy="416886"/>
                  </a:xfrm>
                  <a:prstGeom prst="line">
                    <a:avLst/>
                  </a:prstGeom>
                  <a:solidFill>
                    <a:srgbClr val="616161"/>
                  </a:solidFill>
                  <a:ln w="19050">
                    <a:solidFill>
                      <a:srgbClr val="61616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9B0291B-DA34-05DA-48C6-B8FC555A5C31}"/>
                </a:ext>
              </a:extLst>
            </p:cNvPr>
            <p:cNvGrpSpPr/>
            <p:nvPr/>
          </p:nvGrpSpPr>
          <p:grpSpPr>
            <a:xfrm>
              <a:off x="6514345" y="27516"/>
              <a:ext cx="8631938" cy="5651498"/>
              <a:chOff x="6577845" y="21166"/>
              <a:chExt cx="8631938" cy="5651498"/>
            </a:xfrm>
          </p:grpSpPr>
          <p:sp>
            <p:nvSpPr>
              <p:cNvPr id="143" name="Left Brace 142">
                <a:extLst>
                  <a:ext uri="{FF2B5EF4-FFF2-40B4-BE49-F238E27FC236}">
                    <a16:creationId xmlns:a16="http://schemas.microsoft.com/office/drawing/2014/main" id="{73101812-E7B5-3768-5248-A0F23C484FCB}"/>
                  </a:ext>
                </a:extLst>
              </p:cNvPr>
              <p:cNvSpPr/>
              <p:nvPr/>
            </p:nvSpPr>
            <p:spPr>
              <a:xfrm>
                <a:off x="6577845" y="155225"/>
                <a:ext cx="1479558" cy="5517439"/>
              </a:xfrm>
              <a:prstGeom prst="leftBrace">
                <a:avLst>
                  <a:gd name="adj1" fmla="val 23422"/>
                  <a:gd name="adj2" fmla="val 69898"/>
                </a:avLst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9417BA11-E2A6-1696-EF8E-C3BC66709858}"/>
                  </a:ext>
                </a:extLst>
              </p:cNvPr>
              <p:cNvGrpSpPr/>
              <p:nvPr/>
            </p:nvGrpSpPr>
            <p:grpSpPr>
              <a:xfrm>
                <a:off x="7503427" y="2844175"/>
                <a:ext cx="7279372" cy="2709806"/>
                <a:chOff x="7503427" y="2844175"/>
                <a:chExt cx="7279372" cy="2709806"/>
              </a:xfrm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3F37D49E-DBEF-426F-4691-1F88973254CB}"/>
                    </a:ext>
                  </a:extLst>
                </p:cNvPr>
                <p:cNvSpPr/>
                <p:nvPr/>
              </p:nvSpPr>
              <p:spPr>
                <a:xfrm>
                  <a:off x="7503427" y="3156883"/>
                  <a:ext cx="5013695" cy="2325121"/>
                </a:xfrm>
                <a:prstGeom prst="rect">
                  <a:avLst/>
                </a:prstGeom>
                <a:noFill/>
                <a:ln w="28575">
                  <a:solidFill>
                    <a:srgbClr val="0B76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C097AA9E-8755-28FF-FB9D-4043A116AB45}"/>
                    </a:ext>
                  </a:extLst>
                </p:cNvPr>
                <p:cNvSpPr txBox="1"/>
                <p:nvPr/>
              </p:nvSpPr>
              <p:spPr>
                <a:xfrm>
                  <a:off x="8136437" y="2844175"/>
                  <a:ext cx="1947663" cy="584775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Method 2:</a:t>
                  </a:r>
                </a:p>
                <a:p>
                  <a:r>
                    <a:rPr lang="en-US" sz="16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earning Threshold</a:t>
                  </a:r>
                  <a:endParaRPr lang="en-US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0" name="TextBox 149">
                      <a:extLst>
                        <a:ext uri="{FF2B5EF4-FFF2-40B4-BE49-F238E27FC236}">
                          <a16:creationId xmlns:a16="http://schemas.microsoft.com/office/drawing/2014/main" id="{5D7EFA07-3370-ECD2-58AC-7033FE5618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61839" y="3478045"/>
                      <a:ext cx="5044522" cy="19875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orward Pass</a:t>
                      </a:r>
                      <a:r>
                        <a:rPr lang="en-US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14:m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Sigmoid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 </m:t>
                          </m:r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Sigmoid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solidFill>
                                                <a:srgbClr val="61616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61616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begChr m:val="⌊"/>
                                          <m:endChr m:val="⌋"/>
                                          <m:ctrlPr>
                                            <a:rPr lang="en-US" i="1">
                                              <a:solidFill>
                                                <a:srgbClr val="61616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i="1">
                                                  <a:solidFill>
                                                    <a:srgbClr val="61616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61616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oMath>
                      </a14:m>
                      <a:r>
                        <a:rPr lang="en-US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14:m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≥0.5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=2+1=3</m:t>
                          </m:r>
                        </m:oMath>
                      </a14:m>
                      <a:r>
                        <a:rPr lang="en-US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endParaRPr lang="en-US" sz="1200" b="1" dirty="0">
                        <a:solidFill>
                          <a:srgbClr val="61616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</a:t>
                      </a:r>
                      <a:r>
                        <a:rPr lang="en-US" altLang="zh-CN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ward Pass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≥0.5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oMath>
                      </a14:m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	✘</a:t>
                      </a:r>
                    </a:p>
                    <a:p>
                      <a14:m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</m:e>
                          </m:acc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≜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+10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d>
                        </m:oMath>
                      </a14:m>
                      <a:r>
                        <a:rPr lang="en-US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	(STE)</a:t>
                      </a:r>
                    </a:p>
                  </p:txBody>
                </p:sp>
              </mc:Choice>
              <mc:Fallback>
                <p:sp>
                  <p:nvSpPr>
                    <p:cNvPr id="150" name="TextBox 149">
                      <a:extLst>
                        <a:ext uri="{FF2B5EF4-FFF2-40B4-BE49-F238E27FC236}">
                          <a16:creationId xmlns:a16="http://schemas.microsoft.com/office/drawing/2014/main" id="{5D7EFA07-3370-ECD2-58AC-7033FE5618E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61839" y="3478045"/>
                      <a:ext cx="5044522" cy="19875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966" t="-1840" b="-398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2" name="TextBox 151">
                      <a:extLst>
                        <a:ext uri="{FF2B5EF4-FFF2-40B4-BE49-F238E27FC236}">
                          <a16:creationId xmlns:a16="http://schemas.microsoft.com/office/drawing/2014/main" id="{DF9907F9-E852-F8BF-32D6-F1D8F14BB0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575534" y="4846095"/>
                      <a:ext cx="2207265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2000" dirty="0">
                          <a:solidFill>
                            <a:srgbClr val="0B76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14:m>
                        <m:oMath xmlns:m="http://schemas.openxmlformats.org/officeDocument/2006/math">
                          <m:r>
                            <a:rPr lang="en-US" sz="2000" i="1" dirty="0">
                              <a:solidFill>
                                <a:srgbClr val="0B76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B76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a learnable rounding threshold.</a:t>
                      </a:r>
                    </a:p>
                  </p:txBody>
                </p:sp>
              </mc:Choice>
              <mc:Fallback>
                <p:sp>
                  <p:nvSpPr>
                    <p:cNvPr id="152" name="TextBox 151">
                      <a:extLst>
                        <a:ext uri="{FF2B5EF4-FFF2-40B4-BE49-F238E27FC236}">
                          <a16:creationId xmlns:a16="http://schemas.microsoft.com/office/drawing/2014/main" id="{DF9907F9-E852-F8BF-32D6-F1D8F14BB0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575534" y="4846095"/>
                      <a:ext cx="2207265" cy="707886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3039" t="-4310" r="-4696" b="-146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7E038E35-1532-E28F-4DF6-5CFA6299A872}"/>
                  </a:ext>
                </a:extLst>
              </p:cNvPr>
              <p:cNvGrpSpPr/>
              <p:nvPr/>
            </p:nvGrpSpPr>
            <p:grpSpPr>
              <a:xfrm>
                <a:off x="7506172" y="21166"/>
                <a:ext cx="7703611" cy="2687414"/>
                <a:chOff x="7506172" y="21166"/>
                <a:chExt cx="7703611" cy="2687414"/>
              </a:xfrm>
            </p:grpSpPr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8405B0AF-569A-1AE5-6342-C6A1332F1461}"/>
                    </a:ext>
                  </a:extLst>
                </p:cNvPr>
                <p:cNvSpPr/>
                <p:nvPr/>
              </p:nvSpPr>
              <p:spPr>
                <a:xfrm>
                  <a:off x="7506172" y="359118"/>
                  <a:ext cx="5010950" cy="2325121"/>
                </a:xfrm>
                <a:prstGeom prst="rect">
                  <a:avLst/>
                </a:prstGeom>
                <a:noFill/>
                <a:ln w="28575">
                  <a:solidFill>
                    <a:srgbClr val="0B76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CF827026-DFCB-7739-440F-DAD501571E7B}"/>
                    </a:ext>
                  </a:extLst>
                </p:cNvPr>
                <p:cNvSpPr txBox="1"/>
                <p:nvPr/>
              </p:nvSpPr>
              <p:spPr>
                <a:xfrm>
                  <a:off x="8142583" y="21166"/>
                  <a:ext cx="2288350" cy="584775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Method 1:</a:t>
                  </a:r>
                </a:p>
                <a:p>
                  <a:r>
                    <a:rPr lang="en-US" sz="16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ounding Classification</a:t>
                  </a:r>
                  <a:endParaRPr lang="en-US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4FCAB493-2036-65D5-1D26-C500D077BAD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61839" y="638783"/>
                      <a:ext cx="4903907" cy="19875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orward Pass</a:t>
                      </a:r>
                      <a:r>
                        <a:rPr lang="en-US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14:m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Gumbel</m:t>
                              </m:r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Sigmoid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61616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oMath>
                      </a14:m>
                      <a:r>
                        <a:rPr lang="en-US" b="1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14:m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61616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solidFill>
                                    <a:srgbClr val="6161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≥0.5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61616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=2+1=3</m:t>
                          </m:r>
                        </m:oMath>
                      </a14:m>
                      <a:r>
                        <a:rPr lang="en-US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endParaRPr lang="en-US" sz="1200" b="1" dirty="0">
                        <a:solidFill>
                          <a:srgbClr val="61616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</a:t>
                      </a:r>
                      <a:r>
                        <a:rPr lang="en-US" altLang="zh-CN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ward Pass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≥0.5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oMath>
                      </a14:m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	✘</a:t>
                      </a:r>
                    </a:p>
                    <a:p>
                      <a14:m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</m:e>
                          </m:acc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≜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d>
                        </m:oMath>
                      </a14:m>
                      <a:r>
                        <a:rPr lang="en-US" dirty="0">
                          <a:solidFill>
                            <a:srgbClr val="6161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		</a:t>
                      </a: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  <a:r>
                        <a:rPr lang="en-US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	(STE)</a:t>
                      </a:r>
                    </a:p>
                  </p:txBody>
                </p:sp>
              </mc:Choice>
              <mc:Fallback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4FCAB493-2036-65D5-1D26-C500D077BA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61839" y="638783"/>
                      <a:ext cx="4903907" cy="19875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994" t="-1840" r="-248" b="-398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55" name="TextBox 154">
                      <a:extLst>
                        <a:ext uri="{FF2B5EF4-FFF2-40B4-BE49-F238E27FC236}">
                          <a16:creationId xmlns:a16="http://schemas.microsoft.com/office/drawing/2014/main" id="{38412604-237E-B19A-40FC-2D3FC0F055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572789" y="2000694"/>
                      <a:ext cx="2636994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2000" dirty="0">
                          <a:solidFill>
                            <a:srgbClr val="0B76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B76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B76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the probability of rounding up.</a:t>
                      </a:r>
                    </a:p>
                  </p:txBody>
                </p:sp>
              </mc:Choice>
              <mc:Fallback>
                <p:sp>
                  <p:nvSpPr>
                    <p:cNvPr id="155" name="TextBox 154">
                      <a:extLst>
                        <a:ext uri="{FF2B5EF4-FFF2-40B4-BE49-F238E27FC236}">
                          <a16:creationId xmlns:a16="http://schemas.microsoft.com/office/drawing/2014/main" id="{38412604-237E-B19A-40FC-2D3FC0F055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572789" y="2000694"/>
                      <a:ext cx="2636994" cy="707886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2309" t="-4310" r="-3233" b="-146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368242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</TotalTime>
  <Words>224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Tang</dc:creator>
  <cp:lastModifiedBy>Bo Tang</cp:lastModifiedBy>
  <cp:revision>1</cp:revision>
  <dcterms:created xsi:type="dcterms:W3CDTF">2025-11-28T04:08:38Z</dcterms:created>
  <dcterms:modified xsi:type="dcterms:W3CDTF">2025-11-28T06:34:43Z</dcterms:modified>
</cp:coreProperties>
</file>